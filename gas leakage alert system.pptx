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70" r:id="rId16"/>
  </p:sldIdLst>
  <p:sldSz cx="19011900" cy="10693400"/>
  <p:notesSz cx="190119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67" userDrawn="1">
          <p15:clr>
            <a:srgbClr val="A4A3A4"/>
          </p15:clr>
        </p15:guide>
        <p15:guide id="2" pos="21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50" d="100"/>
          <a:sy n="50" d="100"/>
        </p:scale>
        <p:origin x="830" y="29"/>
      </p:cViewPr>
      <p:guideLst>
        <p:guide orient="horz" pos="2867"/>
        <p:guide pos="215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169275" y="802000"/>
            <a:ext cx="12675225"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901175" y="5079350"/>
            <a:ext cx="152095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1901175" y="5079350"/>
            <a:ext cx="152095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2" name="Google Shape;42;p1:notes"/>
          <p:cNvSpPr>
            <a:spLocks noGrp="1" noRot="1" noChangeAspect="1"/>
          </p:cNvSpPr>
          <p:nvPr>
            <p:ph type="sldImg" idx="2"/>
          </p:nvPr>
        </p:nvSpPr>
        <p:spPr>
          <a:xfrm>
            <a:off x="5942013" y="801688"/>
            <a:ext cx="7129462"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
        <p:cNvGrpSpPr/>
        <p:nvPr/>
      </p:nvGrpSpPr>
      <p:grpSpPr>
        <a:xfrm>
          <a:off x="0" y="0"/>
          <a:ext cx="0" cy="0"/>
          <a:chOff x="0" y="0"/>
          <a:chExt cx="0" cy="0"/>
        </a:xfrm>
      </p:grpSpPr>
      <p:sp>
        <p:nvSpPr>
          <p:cNvPr id="47" name="Google Shape;47;p2:notes"/>
          <p:cNvSpPr txBox="1">
            <a:spLocks noGrp="1"/>
          </p:cNvSpPr>
          <p:nvPr>
            <p:ph type="body" idx="1"/>
          </p:nvPr>
        </p:nvSpPr>
        <p:spPr>
          <a:xfrm>
            <a:off x="1901175" y="5079350"/>
            <a:ext cx="152095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8" name="Google Shape;48;p2:notes"/>
          <p:cNvSpPr>
            <a:spLocks noGrp="1" noRot="1" noChangeAspect="1"/>
          </p:cNvSpPr>
          <p:nvPr>
            <p:ph type="sldImg" idx="2"/>
          </p:nvPr>
        </p:nvSpPr>
        <p:spPr>
          <a:xfrm>
            <a:off x="5942013" y="801688"/>
            <a:ext cx="7129462"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4:notes"/>
          <p:cNvSpPr txBox="1">
            <a:spLocks noGrp="1"/>
          </p:cNvSpPr>
          <p:nvPr>
            <p:ph type="body" idx="1"/>
          </p:nvPr>
        </p:nvSpPr>
        <p:spPr>
          <a:xfrm>
            <a:off x="1901175" y="5079350"/>
            <a:ext cx="152095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4:notes"/>
          <p:cNvSpPr>
            <a:spLocks noGrp="1" noRot="1" noChangeAspect="1"/>
          </p:cNvSpPr>
          <p:nvPr>
            <p:ph type="sldImg" idx="2"/>
          </p:nvPr>
        </p:nvSpPr>
        <p:spPr>
          <a:xfrm>
            <a:off x="5942013" y="801688"/>
            <a:ext cx="7129462"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1901175" y="5079350"/>
            <a:ext cx="152095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4" name="Google Shape;104;p5:notes"/>
          <p:cNvSpPr>
            <a:spLocks noGrp="1" noRot="1" noChangeAspect="1"/>
          </p:cNvSpPr>
          <p:nvPr>
            <p:ph type="sldImg" idx="2"/>
          </p:nvPr>
        </p:nvSpPr>
        <p:spPr>
          <a:xfrm>
            <a:off x="5942013" y="801688"/>
            <a:ext cx="7129462"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1901175" y="5079350"/>
            <a:ext cx="152095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7" name="Google Shape;127;p6:notes"/>
          <p:cNvSpPr>
            <a:spLocks noGrp="1" noRot="1" noChangeAspect="1"/>
          </p:cNvSpPr>
          <p:nvPr>
            <p:ph type="sldImg" idx="2"/>
          </p:nvPr>
        </p:nvSpPr>
        <p:spPr>
          <a:xfrm>
            <a:off x="5942013" y="801688"/>
            <a:ext cx="7129462"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8"/>
        <p:cNvGrpSpPr/>
        <p:nvPr/>
      </p:nvGrpSpPr>
      <p:grpSpPr>
        <a:xfrm>
          <a:off x="0" y="0"/>
          <a:ext cx="0" cy="0"/>
          <a:chOff x="0" y="0"/>
          <a:chExt cx="0" cy="0"/>
        </a:xfrm>
      </p:grpSpPr>
      <p:sp>
        <p:nvSpPr>
          <p:cNvPr id="149" name="Google Shape;149;g333abf058f7_0_9:notes"/>
          <p:cNvSpPr txBox="1">
            <a:spLocks noGrp="1"/>
          </p:cNvSpPr>
          <p:nvPr>
            <p:ph type="body" idx="1"/>
          </p:nvPr>
        </p:nvSpPr>
        <p:spPr>
          <a:xfrm>
            <a:off x="1901175" y="5079350"/>
            <a:ext cx="15209400" cy="481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0" name="Google Shape;150;g333abf058f7_0_9:notes"/>
          <p:cNvSpPr>
            <a:spLocks noGrp="1" noRot="1" noChangeAspect="1"/>
          </p:cNvSpPr>
          <p:nvPr>
            <p:ph type="sldImg" idx="2"/>
          </p:nvPr>
        </p:nvSpPr>
        <p:spPr>
          <a:xfrm>
            <a:off x="5942013" y="801688"/>
            <a:ext cx="7129462"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1"/>
        <p:cNvGrpSpPr/>
        <p:nvPr/>
      </p:nvGrpSpPr>
      <p:grpSpPr>
        <a:xfrm>
          <a:off x="0" y="0"/>
          <a:ext cx="0" cy="0"/>
          <a:chOff x="0" y="0"/>
          <a:chExt cx="0" cy="0"/>
        </a:xfrm>
      </p:grpSpPr>
      <p:sp>
        <p:nvSpPr>
          <p:cNvPr id="172" name="Google Shape;172;g333abf058f7_0_76:notes"/>
          <p:cNvSpPr txBox="1">
            <a:spLocks noGrp="1"/>
          </p:cNvSpPr>
          <p:nvPr>
            <p:ph type="body" idx="1"/>
          </p:nvPr>
        </p:nvSpPr>
        <p:spPr>
          <a:xfrm>
            <a:off x="1901175" y="5079350"/>
            <a:ext cx="15209400" cy="481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3" name="Google Shape;173;g333abf058f7_0_76:notes"/>
          <p:cNvSpPr>
            <a:spLocks noGrp="1" noRot="1" noChangeAspect="1"/>
          </p:cNvSpPr>
          <p:nvPr>
            <p:ph type="sldImg" idx="2"/>
          </p:nvPr>
        </p:nvSpPr>
        <p:spPr>
          <a:xfrm>
            <a:off x="5942013" y="801688"/>
            <a:ext cx="7129462"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4"/>
        <p:cNvGrpSpPr/>
        <p:nvPr/>
      </p:nvGrpSpPr>
      <p:grpSpPr>
        <a:xfrm>
          <a:off x="0" y="0"/>
          <a:ext cx="0" cy="0"/>
          <a:chOff x="0" y="0"/>
          <a:chExt cx="0" cy="0"/>
        </a:xfrm>
      </p:grpSpPr>
      <p:sp>
        <p:nvSpPr>
          <p:cNvPr id="195" name="Google Shape;195;g333abf058f7_0_54:notes"/>
          <p:cNvSpPr txBox="1">
            <a:spLocks noGrp="1"/>
          </p:cNvSpPr>
          <p:nvPr>
            <p:ph type="body" idx="1"/>
          </p:nvPr>
        </p:nvSpPr>
        <p:spPr>
          <a:xfrm>
            <a:off x="1901175" y="5079350"/>
            <a:ext cx="15209400" cy="481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6" name="Google Shape;196;g333abf058f7_0_54:notes"/>
          <p:cNvSpPr>
            <a:spLocks noGrp="1" noRot="1" noChangeAspect="1"/>
          </p:cNvSpPr>
          <p:nvPr>
            <p:ph type="sldImg" idx="2"/>
          </p:nvPr>
        </p:nvSpPr>
        <p:spPr>
          <a:xfrm>
            <a:off x="5942013" y="801688"/>
            <a:ext cx="7129462"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g333abf058f7_0_142:notes"/>
          <p:cNvSpPr txBox="1">
            <a:spLocks noGrp="1"/>
          </p:cNvSpPr>
          <p:nvPr>
            <p:ph type="body" idx="1"/>
          </p:nvPr>
        </p:nvSpPr>
        <p:spPr>
          <a:xfrm>
            <a:off x="1901175" y="5079350"/>
            <a:ext cx="15209400" cy="481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9" name="Google Shape;219;g333abf058f7_0_142:notes"/>
          <p:cNvSpPr>
            <a:spLocks noGrp="1" noRot="1" noChangeAspect="1"/>
          </p:cNvSpPr>
          <p:nvPr>
            <p:ph type="sldImg" idx="2"/>
          </p:nvPr>
        </p:nvSpPr>
        <p:spPr>
          <a:xfrm>
            <a:off x="5942013" y="801688"/>
            <a:ext cx="7129462"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0"/>
        <p:cNvGrpSpPr/>
        <p:nvPr/>
      </p:nvGrpSpPr>
      <p:grpSpPr>
        <a:xfrm>
          <a:off x="0" y="0"/>
          <a:ext cx="0" cy="0"/>
          <a:chOff x="0" y="0"/>
          <a:chExt cx="0" cy="0"/>
        </a:xfrm>
      </p:grpSpPr>
      <p:sp>
        <p:nvSpPr>
          <p:cNvPr id="241" name="Google Shape;241;g333abf058f7_0_32:notes"/>
          <p:cNvSpPr txBox="1">
            <a:spLocks noGrp="1"/>
          </p:cNvSpPr>
          <p:nvPr>
            <p:ph type="body" idx="1"/>
          </p:nvPr>
        </p:nvSpPr>
        <p:spPr>
          <a:xfrm>
            <a:off x="1901175" y="5079350"/>
            <a:ext cx="15209400" cy="481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2" name="Google Shape;242;g333abf058f7_0_32:notes"/>
          <p:cNvSpPr>
            <a:spLocks noGrp="1" noRot="1" noChangeAspect="1"/>
          </p:cNvSpPr>
          <p:nvPr>
            <p:ph type="sldImg" idx="2"/>
          </p:nvPr>
        </p:nvSpPr>
        <p:spPr>
          <a:xfrm>
            <a:off x="5942013" y="801688"/>
            <a:ext cx="7129462"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3"/>
        <p:cNvGrpSpPr/>
        <p:nvPr/>
      </p:nvGrpSpPr>
      <p:grpSpPr>
        <a:xfrm>
          <a:off x="0" y="0"/>
          <a:ext cx="0" cy="0"/>
          <a:chOff x="0" y="0"/>
          <a:chExt cx="0" cy="0"/>
        </a:xfrm>
      </p:grpSpPr>
      <p:sp>
        <p:nvSpPr>
          <p:cNvPr id="264" name="Google Shape;264;g333abf058f7_0_120:notes"/>
          <p:cNvSpPr txBox="1">
            <a:spLocks noGrp="1"/>
          </p:cNvSpPr>
          <p:nvPr>
            <p:ph type="body" idx="1"/>
          </p:nvPr>
        </p:nvSpPr>
        <p:spPr>
          <a:xfrm>
            <a:off x="1901175" y="5079350"/>
            <a:ext cx="15209400" cy="481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5" name="Google Shape;265;g333abf058f7_0_120:notes"/>
          <p:cNvSpPr>
            <a:spLocks noGrp="1" noRot="1" noChangeAspect="1"/>
          </p:cNvSpPr>
          <p:nvPr>
            <p:ph type="sldImg" idx="2"/>
          </p:nvPr>
        </p:nvSpPr>
        <p:spPr>
          <a:xfrm>
            <a:off x="5942013" y="801688"/>
            <a:ext cx="7129462"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4"/>
        <p:cNvGrpSpPr/>
        <p:nvPr/>
      </p:nvGrpSpPr>
      <p:grpSpPr>
        <a:xfrm>
          <a:off x="0" y="0"/>
          <a:ext cx="0" cy="0"/>
          <a:chOff x="0" y="0"/>
          <a:chExt cx="0" cy="0"/>
        </a:xfrm>
      </p:grpSpPr>
      <p:sp>
        <p:nvSpPr>
          <p:cNvPr id="295" name="Google Shape;295;g333abf058f7_0_98:notes"/>
          <p:cNvSpPr txBox="1">
            <a:spLocks noGrp="1"/>
          </p:cNvSpPr>
          <p:nvPr>
            <p:ph type="body" idx="1"/>
          </p:nvPr>
        </p:nvSpPr>
        <p:spPr>
          <a:xfrm>
            <a:off x="1901175" y="5079350"/>
            <a:ext cx="15209400" cy="481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6" name="Google Shape;296;g333abf058f7_0_98:notes"/>
          <p:cNvSpPr>
            <a:spLocks noGrp="1" noRot="1" noChangeAspect="1"/>
          </p:cNvSpPr>
          <p:nvPr>
            <p:ph type="sldImg" idx="2"/>
          </p:nvPr>
        </p:nvSpPr>
        <p:spPr>
          <a:xfrm>
            <a:off x="5942013" y="801688"/>
            <a:ext cx="7129462"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770225" y="1250991"/>
            <a:ext cx="13468436" cy="3962750"/>
          </a:xfrm>
        </p:spPr>
        <p:txBody>
          <a:bodyPr bIns="0" anchor="b">
            <a:normAutofit/>
          </a:bodyPr>
          <a:lstStyle>
            <a:lvl1pPr algn="l">
              <a:defRPr sz="10290"/>
            </a:lvl1pPr>
          </a:lstStyle>
          <a:p>
            <a:r>
              <a:rPr lang="en-US"/>
              <a:t>Click to edit Master title style</a:t>
            </a:r>
            <a:endParaRPr lang="en-US" dirty="0"/>
          </a:p>
        </p:txBody>
      </p:sp>
      <p:sp>
        <p:nvSpPr>
          <p:cNvPr id="3" name="Subtitle 2"/>
          <p:cNvSpPr>
            <a:spLocks noGrp="1"/>
          </p:cNvSpPr>
          <p:nvPr>
            <p:ph type="subTitle" idx="1"/>
          </p:nvPr>
        </p:nvSpPr>
        <p:spPr>
          <a:xfrm>
            <a:off x="3770226" y="5506063"/>
            <a:ext cx="13468434" cy="1524365"/>
          </a:xfrm>
        </p:spPr>
        <p:txBody>
          <a:bodyPr tIns="91440" bIns="91440">
            <a:normAutofit/>
          </a:bodyPr>
          <a:lstStyle>
            <a:lvl1pPr marL="0" indent="0" algn="l">
              <a:buNone/>
              <a:defRPr sz="2805" b="0" cap="all" baseline="0">
                <a:solidFill>
                  <a:schemeClr val="tx1"/>
                </a:solidFill>
              </a:defRPr>
            </a:lvl1pPr>
            <a:lvl2pPr marL="713105" indent="0" algn="ctr">
              <a:buNone/>
              <a:defRPr sz="2805"/>
            </a:lvl2pPr>
            <a:lvl3pPr marL="1425575" indent="0" algn="ctr">
              <a:buNone/>
              <a:defRPr sz="2805"/>
            </a:lvl3pPr>
            <a:lvl4pPr marL="2138680" indent="0" algn="ctr">
              <a:buNone/>
              <a:defRPr sz="2495"/>
            </a:lvl4pPr>
            <a:lvl5pPr marL="2851785" indent="0" algn="ctr">
              <a:buNone/>
              <a:defRPr sz="2495"/>
            </a:lvl5pPr>
            <a:lvl6pPr marL="3564255" indent="0" algn="ctr">
              <a:buNone/>
              <a:defRPr sz="2495"/>
            </a:lvl6pPr>
            <a:lvl7pPr marL="4277360" indent="0" algn="ctr">
              <a:buNone/>
              <a:defRPr sz="2495"/>
            </a:lvl7pPr>
            <a:lvl8pPr marL="4990465" indent="0" algn="ctr">
              <a:buNone/>
              <a:defRPr sz="2495"/>
            </a:lvl8pPr>
            <a:lvl9pPr marL="5703570" indent="0" algn="ctr">
              <a:buNone/>
              <a:defRPr sz="249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a:xfrm>
            <a:off x="3768230" y="513476"/>
            <a:ext cx="7756199" cy="482125"/>
          </a:xfrm>
        </p:spPr>
        <p:txBody>
          <a:bodyPr/>
          <a:lstStyle/>
          <a:p>
            <a:endParaRPr lang="en-IN"/>
          </a:p>
        </p:txBody>
      </p:sp>
      <p:sp>
        <p:nvSpPr>
          <p:cNvPr id="6" name="Slide Number Placeholder 5"/>
          <p:cNvSpPr>
            <a:spLocks noGrp="1"/>
          </p:cNvSpPr>
          <p:nvPr>
            <p:ph type="sldNum" sz="quarter" idx="12"/>
          </p:nvPr>
        </p:nvSpPr>
        <p:spPr>
          <a:xfrm>
            <a:off x="2241858" y="1245806"/>
            <a:ext cx="1264683" cy="785209"/>
          </a:xfrm>
        </p:spPr>
        <p:txBody>
          <a:bodyPr/>
          <a:lstStyle/>
          <a:p>
            <a:pPr marL="38100" lvl="0" indent="0" algn="l" rtl="0">
              <a:spcBef>
                <a:spcPts val="0"/>
              </a:spcBef>
              <a:spcAft>
                <a:spcPts val="0"/>
              </a:spcAft>
              <a:buNone/>
            </a:pPr>
            <a:fld id="{00000000-1234-1234-1234-123412341234}" type="slidenum">
              <a:rPr lang="en-US" smtClean="0"/>
            </a:fld>
            <a:endParaRPr lang="en-US"/>
          </a:p>
        </p:txBody>
      </p:sp>
      <p:cxnSp>
        <p:nvCxnSpPr>
          <p:cNvPr id="15" name="Straight Connector 14"/>
          <p:cNvCxnSpPr/>
          <p:nvPr/>
        </p:nvCxnSpPr>
        <p:spPr>
          <a:xfrm>
            <a:off x="3770226" y="5501912"/>
            <a:ext cx="13468434"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lvl="0" indent="0" algn="l" rtl="0">
              <a:spcBef>
                <a:spcPts val="0"/>
              </a:spcBef>
              <a:spcAft>
                <a:spcPts val="0"/>
              </a:spcAft>
              <a:buNone/>
            </a:pPr>
            <a:fld id="{00000000-1234-1234-1234-123412341234}" type="slidenum">
              <a:rPr lang="en-US" smtClean="0"/>
            </a:fld>
            <a:endParaRPr lang="en-US"/>
          </a:p>
        </p:txBody>
      </p:sp>
      <p:cxnSp>
        <p:nvCxnSpPr>
          <p:cNvPr id="33" name="Straight Connector 32"/>
          <p:cNvCxnSpPr/>
          <p:nvPr/>
        </p:nvCxnSpPr>
        <p:spPr>
          <a:xfrm>
            <a:off x="2267169" y="2880089"/>
            <a:ext cx="1498173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67704" y="2738262"/>
            <a:ext cx="13477918" cy="2943804"/>
          </a:xfrm>
        </p:spPr>
        <p:txBody>
          <a:bodyPr anchor="b">
            <a:normAutofit/>
          </a:bodyPr>
          <a:lstStyle>
            <a:lvl1pPr algn="l">
              <a:defRPr sz="5615"/>
            </a:lvl1pPr>
          </a:lstStyle>
          <a:p>
            <a:r>
              <a:rPr lang="en-US"/>
              <a:t>Click to edit Master title style</a:t>
            </a:r>
            <a:endParaRPr lang="en-US" dirty="0"/>
          </a:p>
        </p:txBody>
      </p:sp>
      <p:sp>
        <p:nvSpPr>
          <p:cNvPr id="3" name="Text Placeholder 2"/>
          <p:cNvSpPr>
            <a:spLocks noGrp="1"/>
          </p:cNvSpPr>
          <p:nvPr>
            <p:ph type="body" idx="1"/>
          </p:nvPr>
        </p:nvSpPr>
        <p:spPr>
          <a:xfrm>
            <a:off x="2267704" y="5934846"/>
            <a:ext cx="13458102" cy="1579419"/>
          </a:xfrm>
        </p:spPr>
        <p:txBody>
          <a:bodyPr tIns="91440">
            <a:normAutofit/>
          </a:bodyPr>
          <a:lstStyle>
            <a:lvl1pPr marL="0" indent="0" algn="l">
              <a:buNone/>
              <a:defRPr sz="2805">
                <a:solidFill>
                  <a:schemeClr val="tx1"/>
                </a:solidFill>
              </a:defRPr>
            </a:lvl1pPr>
            <a:lvl2pPr marL="713105" indent="0">
              <a:buNone/>
              <a:defRPr sz="2805">
                <a:solidFill>
                  <a:schemeClr val="tx1">
                    <a:tint val="75000"/>
                  </a:schemeClr>
                </a:solidFill>
              </a:defRPr>
            </a:lvl2pPr>
            <a:lvl3pPr marL="1425575" indent="0">
              <a:buNone/>
              <a:defRPr sz="2805">
                <a:solidFill>
                  <a:schemeClr val="tx1">
                    <a:tint val="75000"/>
                  </a:schemeClr>
                </a:solidFill>
              </a:defRPr>
            </a:lvl3pPr>
            <a:lvl4pPr marL="2138680" indent="0">
              <a:buNone/>
              <a:defRPr sz="2495">
                <a:solidFill>
                  <a:schemeClr val="tx1">
                    <a:tint val="75000"/>
                  </a:schemeClr>
                </a:solidFill>
              </a:defRPr>
            </a:lvl4pPr>
            <a:lvl5pPr marL="2851785" indent="0">
              <a:buNone/>
              <a:defRPr sz="2495">
                <a:solidFill>
                  <a:schemeClr val="tx1">
                    <a:tint val="75000"/>
                  </a:schemeClr>
                </a:solidFill>
              </a:defRPr>
            </a:lvl5pPr>
            <a:lvl6pPr marL="3564255" indent="0">
              <a:buNone/>
              <a:defRPr sz="2495">
                <a:solidFill>
                  <a:schemeClr val="tx1">
                    <a:tint val="75000"/>
                  </a:schemeClr>
                </a:solidFill>
              </a:defRPr>
            </a:lvl6pPr>
            <a:lvl7pPr marL="4277360" indent="0">
              <a:buNone/>
              <a:defRPr sz="2495">
                <a:solidFill>
                  <a:schemeClr val="tx1">
                    <a:tint val="75000"/>
                  </a:schemeClr>
                </a:solidFill>
              </a:defRPr>
            </a:lvl7pPr>
            <a:lvl8pPr marL="4990465" indent="0">
              <a:buNone/>
              <a:defRPr sz="2495">
                <a:solidFill>
                  <a:schemeClr val="tx1">
                    <a:tint val="75000"/>
                  </a:schemeClr>
                </a:solidFill>
              </a:defRPr>
            </a:lvl8pPr>
            <a:lvl9pPr marL="5703570" indent="0">
              <a:buNone/>
              <a:defRPr sz="249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lvl="0" indent="0" algn="l" rtl="0">
              <a:spcBef>
                <a:spcPts val="0"/>
              </a:spcBef>
              <a:spcAft>
                <a:spcPts val="0"/>
              </a:spcAft>
              <a:buNone/>
            </a:pPr>
            <a:fld id="{00000000-1234-1234-1234-123412341234}" type="slidenum">
              <a:rPr lang="en-US" smtClean="0"/>
            </a:fld>
            <a:endParaRPr lang="en-US"/>
          </a:p>
        </p:txBody>
      </p:sp>
      <p:cxnSp>
        <p:nvCxnSpPr>
          <p:cNvPr id="15" name="Straight Connector 14"/>
          <p:cNvCxnSpPr/>
          <p:nvPr/>
        </p:nvCxnSpPr>
        <p:spPr>
          <a:xfrm>
            <a:off x="2267704" y="5932958"/>
            <a:ext cx="1345810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59874" y="1255031"/>
            <a:ext cx="14978787" cy="165173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256932" y="3135481"/>
            <a:ext cx="7243534" cy="537725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10001474" y="3145561"/>
            <a:ext cx="7243534" cy="536622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100" lvl="0" indent="0" algn="l" rtl="0">
              <a:spcBef>
                <a:spcPts val="0"/>
              </a:spcBef>
              <a:spcAft>
                <a:spcPts val="0"/>
              </a:spcAft>
              <a:buNone/>
            </a:pPr>
            <a:fld id="{00000000-1234-1234-1234-123412341234}" type="slidenum">
              <a:rPr lang="en-US" smtClean="0"/>
            </a:fld>
            <a:endParaRPr lang="en-US"/>
          </a:p>
        </p:txBody>
      </p:sp>
      <p:cxnSp>
        <p:nvCxnSpPr>
          <p:cNvPr id="35" name="Straight Connector 34"/>
          <p:cNvCxnSpPr/>
          <p:nvPr/>
        </p:nvCxnSpPr>
        <p:spPr>
          <a:xfrm>
            <a:off x="2267169" y="2880089"/>
            <a:ext cx="1498173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56714" y="1253899"/>
            <a:ext cx="14981946" cy="164707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56713" y="3149001"/>
            <a:ext cx="7243534" cy="1250437"/>
          </a:xfrm>
        </p:spPr>
        <p:txBody>
          <a:bodyPr anchor="b">
            <a:normAutofit/>
          </a:bodyPr>
          <a:lstStyle>
            <a:lvl1pPr marL="0" indent="0">
              <a:lnSpc>
                <a:spcPct val="100000"/>
              </a:lnSpc>
              <a:buNone/>
              <a:defRPr sz="3430" b="0" cap="all" baseline="0">
                <a:solidFill>
                  <a:schemeClr val="accent1"/>
                </a:solidFill>
              </a:defRPr>
            </a:lvl1pPr>
            <a:lvl2pPr marL="713105" indent="0">
              <a:buNone/>
              <a:defRPr sz="3120" b="1"/>
            </a:lvl2pPr>
            <a:lvl3pPr marL="1425575" indent="0">
              <a:buNone/>
              <a:defRPr sz="2805" b="1"/>
            </a:lvl3pPr>
            <a:lvl4pPr marL="2138680" indent="0">
              <a:buNone/>
              <a:defRPr sz="2495" b="1"/>
            </a:lvl4pPr>
            <a:lvl5pPr marL="2851785" indent="0">
              <a:buNone/>
              <a:defRPr sz="2495" b="1"/>
            </a:lvl5pPr>
            <a:lvl6pPr marL="3564255" indent="0">
              <a:buNone/>
              <a:defRPr sz="2495" b="1"/>
            </a:lvl6pPr>
            <a:lvl7pPr marL="4277360" indent="0">
              <a:buNone/>
              <a:defRPr sz="2495" b="1"/>
            </a:lvl7pPr>
            <a:lvl8pPr marL="4990465" indent="0">
              <a:buNone/>
              <a:defRPr sz="2495" b="1"/>
            </a:lvl8pPr>
            <a:lvl9pPr marL="5703570" indent="0">
              <a:buNone/>
              <a:defRPr sz="2495" b="1"/>
            </a:lvl9pPr>
          </a:lstStyle>
          <a:p>
            <a:pPr lvl="0"/>
            <a:r>
              <a:rPr lang="en-US"/>
              <a:t>Click to edit Master text styles</a:t>
            </a:r>
            <a:endParaRPr lang="en-US"/>
          </a:p>
        </p:txBody>
      </p:sp>
      <p:sp>
        <p:nvSpPr>
          <p:cNvPr id="4" name="Content Placeholder 3"/>
          <p:cNvSpPr>
            <a:spLocks noGrp="1"/>
          </p:cNvSpPr>
          <p:nvPr>
            <p:ph sz="half" idx="2"/>
          </p:nvPr>
        </p:nvSpPr>
        <p:spPr>
          <a:xfrm>
            <a:off x="2256713" y="4403768"/>
            <a:ext cx="7243534" cy="41233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9999277" y="3154387"/>
            <a:ext cx="7243534" cy="1250895"/>
          </a:xfrm>
        </p:spPr>
        <p:txBody>
          <a:bodyPr anchor="b">
            <a:normAutofit/>
          </a:bodyPr>
          <a:lstStyle>
            <a:lvl1pPr marL="0" indent="0">
              <a:lnSpc>
                <a:spcPct val="100000"/>
              </a:lnSpc>
              <a:buNone/>
              <a:defRPr sz="3430" b="0" cap="all" baseline="0">
                <a:solidFill>
                  <a:schemeClr val="accent1"/>
                </a:solidFill>
              </a:defRPr>
            </a:lvl1pPr>
            <a:lvl2pPr marL="713105" indent="0">
              <a:buNone/>
              <a:defRPr sz="3120" b="1"/>
            </a:lvl2pPr>
            <a:lvl3pPr marL="1425575" indent="0">
              <a:buNone/>
              <a:defRPr sz="2805" b="1"/>
            </a:lvl3pPr>
            <a:lvl4pPr marL="2138680" indent="0">
              <a:buNone/>
              <a:defRPr sz="2495" b="1"/>
            </a:lvl4pPr>
            <a:lvl5pPr marL="2851785" indent="0">
              <a:buNone/>
              <a:defRPr sz="2495" b="1"/>
            </a:lvl5pPr>
            <a:lvl6pPr marL="3564255" indent="0">
              <a:buNone/>
              <a:defRPr sz="2495" b="1"/>
            </a:lvl6pPr>
            <a:lvl7pPr marL="4277360" indent="0">
              <a:buNone/>
              <a:defRPr sz="2495" b="1"/>
            </a:lvl7pPr>
            <a:lvl8pPr marL="4990465" indent="0">
              <a:buNone/>
              <a:defRPr sz="2495" b="1"/>
            </a:lvl8pPr>
            <a:lvl9pPr marL="5703570" indent="0">
              <a:buNone/>
              <a:defRPr sz="2495" b="1"/>
            </a:lvl9pPr>
          </a:lstStyle>
          <a:p>
            <a:pPr lvl="0"/>
            <a:r>
              <a:rPr lang="en-US"/>
              <a:t>Click to edit Master text styles</a:t>
            </a:r>
            <a:endParaRPr lang="en-US"/>
          </a:p>
        </p:txBody>
      </p:sp>
      <p:sp>
        <p:nvSpPr>
          <p:cNvPr id="6" name="Content Placeholder 5"/>
          <p:cNvSpPr>
            <a:spLocks noGrp="1"/>
          </p:cNvSpPr>
          <p:nvPr>
            <p:ph sz="quarter" idx="4"/>
          </p:nvPr>
        </p:nvSpPr>
        <p:spPr>
          <a:xfrm>
            <a:off x="9999277" y="4399437"/>
            <a:ext cx="7243534" cy="411234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38100" lvl="0" indent="0" algn="l" rtl="0">
              <a:spcBef>
                <a:spcPts val="0"/>
              </a:spcBef>
              <a:spcAft>
                <a:spcPts val="0"/>
              </a:spcAft>
              <a:buNone/>
            </a:pPr>
            <a:fld id="{00000000-1234-1234-1234-123412341234}" type="slidenum">
              <a:rPr lang="en-US" smtClean="0"/>
            </a:fld>
            <a:endParaRPr lang="en-US"/>
          </a:p>
        </p:txBody>
      </p:sp>
      <p:cxnSp>
        <p:nvCxnSpPr>
          <p:cNvPr id="29" name="Straight Connector 28"/>
          <p:cNvCxnSpPr/>
          <p:nvPr/>
        </p:nvCxnSpPr>
        <p:spPr>
          <a:xfrm>
            <a:off x="2267169" y="2880089"/>
            <a:ext cx="1498173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38100" lvl="0" indent="0" algn="l" rtl="0">
              <a:spcBef>
                <a:spcPts val="0"/>
              </a:spcBef>
              <a:spcAft>
                <a:spcPts val="0"/>
              </a:spcAft>
              <a:buNone/>
            </a:pPr>
            <a:fld id="{00000000-1234-1234-1234-123412341234}" type="slidenum">
              <a:rPr lang="en-US" smtClean="0"/>
            </a:fld>
            <a:endParaRPr lang="en-US"/>
          </a:p>
        </p:txBody>
      </p:sp>
      <p:cxnSp>
        <p:nvCxnSpPr>
          <p:cNvPr id="25" name="Straight Connector 24"/>
          <p:cNvCxnSpPr/>
          <p:nvPr/>
        </p:nvCxnSpPr>
        <p:spPr>
          <a:xfrm>
            <a:off x="2267169" y="2880089"/>
            <a:ext cx="1498173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38100" lvl="0" indent="0" algn="l" rtl="0">
              <a:spcBef>
                <a:spcPts val="0"/>
              </a:spcBef>
              <a:spcAft>
                <a:spcPts val="0"/>
              </a:spcAft>
              <a:buNone/>
            </a:pPr>
            <a:fld id="{00000000-1234-1234-1234-12341234123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52784" y="1245807"/>
            <a:ext cx="5103989" cy="3503838"/>
          </a:xfrm>
        </p:spPr>
        <p:txBody>
          <a:bodyPr anchor="b">
            <a:normAutofit/>
          </a:bodyPr>
          <a:lstStyle>
            <a:lvl1pPr algn="l">
              <a:defRPr sz="3740"/>
            </a:lvl1pPr>
          </a:lstStyle>
          <a:p>
            <a:r>
              <a:rPr lang="en-US"/>
              <a:t>Click to edit Master title style</a:t>
            </a:r>
            <a:endParaRPr lang="en-US" dirty="0"/>
          </a:p>
        </p:txBody>
      </p:sp>
      <p:sp>
        <p:nvSpPr>
          <p:cNvPr id="3" name="Content Placeholder 2"/>
          <p:cNvSpPr>
            <a:spLocks noGrp="1"/>
          </p:cNvSpPr>
          <p:nvPr>
            <p:ph idx="1"/>
          </p:nvPr>
        </p:nvSpPr>
        <p:spPr>
          <a:xfrm>
            <a:off x="7865042" y="1245807"/>
            <a:ext cx="9375695" cy="7264318"/>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252785" y="4998192"/>
            <a:ext cx="5106973" cy="3505497"/>
          </a:xfrm>
        </p:spPr>
        <p:txBody>
          <a:bodyPr/>
          <a:lstStyle>
            <a:lvl1pPr marL="0" indent="0" algn="l">
              <a:buNone/>
              <a:defRPr sz="2495"/>
            </a:lvl1pPr>
            <a:lvl2pPr marL="713105" indent="0">
              <a:buNone/>
              <a:defRPr sz="2185"/>
            </a:lvl2pPr>
            <a:lvl3pPr marL="1425575" indent="0">
              <a:buNone/>
              <a:defRPr sz="1870"/>
            </a:lvl3pPr>
            <a:lvl4pPr marL="2138680" indent="0">
              <a:buNone/>
              <a:defRPr sz="1560"/>
            </a:lvl4pPr>
            <a:lvl5pPr marL="2851785" indent="0">
              <a:buNone/>
              <a:defRPr sz="1560"/>
            </a:lvl5pPr>
            <a:lvl6pPr marL="3564255" indent="0">
              <a:buNone/>
              <a:defRPr sz="1560"/>
            </a:lvl6pPr>
            <a:lvl7pPr marL="4277360" indent="0">
              <a:buNone/>
              <a:defRPr sz="1560"/>
            </a:lvl7pPr>
            <a:lvl8pPr marL="4990465" indent="0">
              <a:buNone/>
              <a:defRPr sz="1560"/>
            </a:lvl8pPr>
            <a:lvl9pPr marL="5703570" indent="0">
              <a:buNone/>
              <a:defRPr sz="156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100" lvl="0" indent="0" algn="l" rtl="0">
              <a:spcBef>
                <a:spcPts val="0"/>
              </a:spcBef>
              <a:spcAft>
                <a:spcPts val="0"/>
              </a:spcAft>
              <a:buNone/>
            </a:pPr>
            <a:fld id="{00000000-1234-1234-1234-123412341234}" type="slidenum">
              <a:rPr lang="en-US" smtClean="0"/>
            </a:fld>
            <a:endParaRPr lang="en-US"/>
          </a:p>
        </p:txBody>
      </p:sp>
      <p:cxnSp>
        <p:nvCxnSpPr>
          <p:cNvPr id="17" name="Straight Connector 16"/>
          <p:cNvCxnSpPr/>
          <p:nvPr/>
        </p:nvCxnSpPr>
        <p:spPr>
          <a:xfrm>
            <a:off x="2258412" y="4998192"/>
            <a:ext cx="509836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1660051" y="751829"/>
            <a:ext cx="6353725" cy="8028783"/>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2262974" y="1761204"/>
            <a:ext cx="8626974" cy="2854355"/>
          </a:xfrm>
        </p:spPr>
        <p:txBody>
          <a:bodyPr anchor="b">
            <a:normAutofit/>
          </a:bodyPr>
          <a:lstStyle>
            <a:lvl1pPr>
              <a:defRPr sz="499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668970" y="1750335"/>
            <a:ext cx="4352482" cy="6028606"/>
          </a:xfrm>
          <a:solidFill>
            <a:schemeClr val="bg1">
              <a:lumMod val="85000"/>
            </a:schemeClr>
          </a:solidFill>
          <a:ln w="9525" cap="sq">
            <a:noFill/>
            <a:miter lim="800000"/>
          </a:ln>
          <a:effectLst/>
        </p:spPr>
        <p:txBody>
          <a:bodyPr anchor="t"/>
          <a:lstStyle>
            <a:lvl1pPr marL="0" indent="0" algn="ctr">
              <a:buNone/>
              <a:defRPr sz="4990"/>
            </a:lvl1pPr>
            <a:lvl2pPr marL="713105" indent="0">
              <a:buNone/>
              <a:defRPr sz="4365"/>
            </a:lvl2pPr>
            <a:lvl3pPr marL="1425575" indent="0">
              <a:buNone/>
              <a:defRPr sz="3740"/>
            </a:lvl3pPr>
            <a:lvl4pPr marL="2138680" indent="0">
              <a:buNone/>
              <a:defRPr sz="3120"/>
            </a:lvl4pPr>
            <a:lvl5pPr marL="2851785" indent="0">
              <a:buNone/>
              <a:defRPr sz="3120"/>
            </a:lvl5pPr>
            <a:lvl6pPr marL="3564255" indent="0">
              <a:buNone/>
              <a:defRPr sz="3120"/>
            </a:lvl6pPr>
            <a:lvl7pPr marL="4277360" indent="0">
              <a:buNone/>
              <a:defRPr sz="3120"/>
            </a:lvl7pPr>
            <a:lvl8pPr marL="4990465" indent="0">
              <a:buNone/>
              <a:defRPr sz="3120"/>
            </a:lvl8pPr>
            <a:lvl9pPr marL="5703570" indent="0">
              <a:buNone/>
              <a:defRPr sz="3120"/>
            </a:lvl9pPr>
          </a:lstStyle>
          <a:p>
            <a:r>
              <a:rPr lang="en-US"/>
              <a:t>Click icon to add picture</a:t>
            </a:r>
            <a:endParaRPr lang="en-US" dirty="0"/>
          </a:p>
        </p:txBody>
      </p:sp>
      <p:sp>
        <p:nvSpPr>
          <p:cNvPr id="4" name="Text Placeholder 3"/>
          <p:cNvSpPr>
            <a:spLocks noGrp="1"/>
          </p:cNvSpPr>
          <p:nvPr>
            <p:ph type="body" sz="half" idx="2"/>
          </p:nvPr>
        </p:nvSpPr>
        <p:spPr>
          <a:xfrm>
            <a:off x="2261607" y="4905417"/>
            <a:ext cx="8614617" cy="3124353"/>
          </a:xfrm>
        </p:spPr>
        <p:txBody>
          <a:bodyPr>
            <a:normAutofit/>
          </a:bodyPr>
          <a:lstStyle>
            <a:lvl1pPr marL="0" indent="0" algn="l">
              <a:buNone/>
              <a:defRPr sz="2805"/>
            </a:lvl1pPr>
            <a:lvl2pPr marL="713105" indent="0">
              <a:buNone/>
              <a:defRPr sz="2185"/>
            </a:lvl2pPr>
            <a:lvl3pPr marL="1425575" indent="0">
              <a:buNone/>
              <a:defRPr sz="1870"/>
            </a:lvl3pPr>
            <a:lvl4pPr marL="2138680" indent="0">
              <a:buNone/>
              <a:defRPr sz="1560"/>
            </a:lvl4pPr>
            <a:lvl5pPr marL="2851785" indent="0">
              <a:buNone/>
              <a:defRPr sz="1560"/>
            </a:lvl5pPr>
            <a:lvl6pPr marL="3564255" indent="0">
              <a:buNone/>
              <a:defRPr sz="1560"/>
            </a:lvl6pPr>
            <a:lvl7pPr marL="4277360" indent="0">
              <a:buNone/>
              <a:defRPr sz="1560"/>
            </a:lvl7pPr>
            <a:lvl8pPr marL="4990465" indent="0">
              <a:buNone/>
              <a:defRPr sz="1560"/>
            </a:lvl8pPr>
            <a:lvl9pPr marL="5703570" indent="0">
              <a:buNone/>
              <a:defRPr sz="1560"/>
            </a:lvl9pPr>
          </a:lstStyle>
          <a:p>
            <a:pPr lvl="0"/>
            <a:r>
              <a:rPr lang="en-US"/>
              <a:t>Click to edit Master text styles</a:t>
            </a:r>
            <a:endParaRPr lang="en-US"/>
          </a:p>
        </p:txBody>
      </p:sp>
      <p:sp>
        <p:nvSpPr>
          <p:cNvPr id="5" name="Date Placeholder 4"/>
          <p:cNvSpPr>
            <a:spLocks noGrp="1"/>
          </p:cNvSpPr>
          <p:nvPr>
            <p:ph type="dt" sz="half" idx="10"/>
          </p:nvPr>
        </p:nvSpPr>
        <p:spPr>
          <a:xfrm>
            <a:off x="2257012" y="8528924"/>
            <a:ext cx="8619213" cy="499155"/>
          </a:xfrm>
        </p:spPr>
        <p:txBody>
          <a:bodyPr/>
          <a:lstStyle>
            <a:lvl1pPr algn="l">
              <a:defRPr/>
            </a:lvl1pPr>
          </a:lstStyle>
          <a:p>
            <a:endParaRPr lang="en-IN"/>
          </a:p>
        </p:txBody>
      </p:sp>
      <p:sp>
        <p:nvSpPr>
          <p:cNvPr id="6" name="Footer Placeholder 5"/>
          <p:cNvSpPr>
            <a:spLocks noGrp="1"/>
          </p:cNvSpPr>
          <p:nvPr>
            <p:ph type="ftr" sz="quarter" idx="11"/>
          </p:nvPr>
        </p:nvSpPr>
        <p:spPr>
          <a:xfrm>
            <a:off x="2257011" y="496843"/>
            <a:ext cx="8640503" cy="500415"/>
          </a:xfrm>
        </p:spPr>
        <p:txBody>
          <a:bodyPr/>
          <a:lstStyle/>
          <a:p>
            <a:endParaRPr lang="en-US" dirty="0"/>
          </a:p>
        </p:txBody>
      </p:sp>
      <p:sp>
        <p:nvSpPr>
          <p:cNvPr id="7" name="Slide Number Placeholder 6"/>
          <p:cNvSpPr>
            <a:spLocks noGrp="1"/>
          </p:cNvSpPr>
          <p:nvPr>
            <p:ph type="sldNum" sz="quarter" idx="12"/>
          </p:nvPr>
        </p:nvSpPr>
        <p:spPr/>
        <p:txBody>
          <a:bodyPr/>
          <a:lstStyle/>
          <a:p>
            <a:pPr marL="38100" lvl="0" indent="0" algn="l" rtl="0">
              <a:spcBef>
                <a:spcPts val="0"/>
              </a:spcBef>
              <a:spcAft>
                <a:spcPts val="0"/>
              </a:spcAft>
              <a:buNone/>
            </a:pPr>
            <a:fld id="{00000000-1234-1234-1234-123412341234}" type="slidenum">
              <a:rPr lang="en-US" smtClean="0"/>
            </a:fld>
            <a:endParaRPr lang="en-US"/>
          </a:p>
        </p:txBody>
      </p:sp>
      <p:cxnSp>
        <p:nvCxnSpPr>
          <p:cNvPr id="31" name="Straight Connector 30"/>
          <p:cNvCxnSpPr/>
          <p:nvPr/>
        </p:nvCxnSpPr>
        <p:spPr>
          <a:xfrm>
            <a:off x="2257012" y="4901695"/>
            <a:ext cx="861921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lvl="0" indent="0" algn="l" rtl="0">
              <a:spcBef>
                <a:spcPts val="0"/>
              </a:spcBef>
              <a:spcAft>
                <a:spcPts val="0"/>
              </a:spcAft>
              <a:buNone/>
            </a:pPr>
            <a:fld id="{00000000-1234-1234-1234-123412341234}" type="slidenum">
              <a:rPr lang="en-US" smtClean="0"/>
            </a:fld>
            <a:endParaRPr lang="en-US"/>
          </a:p>
        </p:txBody>
      </p:sp>
      <p:cxnSp>
        <p:nvCxnSpPr>
          <p:cNvPr id="26" name="Straight Connector 25"/>
          <p:cNvCxnSpPr/>
          <p:nvPr/>
        </p:nvCxnSpPr>
        <p:spPr>
          <a:xfrm>
            <a:off x="2267169" y="2880089"/>
            <a:ext cx="1498173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719114" y="1245807"/>
            <a:ext cx="2519548" cy="72659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252785" y="1245807"/>
            <a:ext cx="12208082" cy="726597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100" lvl="0" indent="0" algn="l" rtl="0">
              <a:spcBef>
                <a:spcPts val="0"/>
              </a:spcBef>
              <a:spcAft>
                <a:spcPts val="0"/>
              </a:spcAft>
              <a:buNone/>
            </a:pPr>
            <a:fld id="{00000000-1234-1234-1234-123412341234}" type="slidenum">
              <a:rPr lang="en-US" smtClean="0"/>
            </a:fld>
            <a:endParaRPr lang="en-US"/>
          </a:p>
        </p:txBody>
      </p:sp>
      <p:cxnSp>
        <p:nvCxnSpPr>
          <p:cNvPr id="15" name="Straight Connector 14"/>
          <p:cNvCxnSpPr/>
          <p:nvPr/>
        </p:nvCxnSpPr>
        <p:spPr>
          <a:xfrm>
            <a:off x="14719114" y="1245807"/>
            <a:ext cx="0" cy="7265975"/>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7"/>
        <p:cNvGrpSpPr/>
        <p:nvPr/>
      </p:nvGrpSpPr>
      <p:grpSpPr>
        <a:xfrm>
          <a:off x="0" y="0"/>
          <a:ext cx="0" cy="0"/>
          <a:chOff x="0" y="0"/>
          <a:chExt cx="0" cy="0"/>
        </a:xfrm>
      </p:grpSpPr>
      <p:sp>
        <p:nvSpPr>
          <p:cNvPr id="18" name="Google Shape;18;p20"/>
          <p:cNvSpPr txBox="1">
            <a:spLocks noGrp="1"/>
          </p:cNvSpPr>
          <p:nvPr>
            <p:ph type="title"/>
          </p:nvPr>
        </p:nvSpPr>
        <p:spPr>
          <a:xfrm>
            <a:off x="6271640" y="3420097"/>
            <a:ext cx="6468618" cy="303339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100" b="1" i="1">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0"/>
          <p:cNvSpPr txBox="1">
            <a:spLocks noGrp="1"/>
          </p:cNvSpPr>
          <p:nvPr>
            <p:ph type="body" idx="1"/>
          </p:nvPr>
        </p:nvSpPr>
        <p:spPr>
          <a:xfrm>
            <a:off x="1500505" y="2981007"/>
            <a:ext cx="16010889" cy="3896359"/>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p:txBody>
      </p:sp>
      <p:sp>
        <p:nvSpPr>
          <p:cNvPr id="20" name="Google Shape;20;p20"/>
          <p:cNvSpPr txBox="1">
            <a:spLocks noGrp="1"/>
          </p:cNvSpPr>
          <p:nvPr>
            <p:ph type="ftr" idx="11"/>
          </p:nvPr>
        </p:nvSpPr>
        <p:spPr>
          <a:xfrm>
            <a:off x="6464046" y="9944862"/>
            <a:ext cx="6083808"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0"/>
          <p:cNvSpPr txBox="1">
            <a:spLocks noGrp="1"/>
          </p:cNvSpPr>
          <p:nvPr>
            <p:ph type="dt" idx="10"/>
          </p:nvPr>
        </p:nvSpPr>
        <p:spPr>
          <a:xfrm>
            <a:off x="950595" y="9944862"/>
            <a:ext cx="4372737"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0"/>
          <p:cNvSpPr txBox="1">
            <a:spLocks noGrp="1"/>
          </p:cNvSpPr>
          <p:nvPr>
            <p:ph type="sldNum" idx="12"/>
          </p:nvPr>
        </p:nvSpPr>
        <p:spPr>
          <a:xfrm>
            <a:off x="17334611" y="10092054"/>
            <a:ext cx="320040" cy="261620"/>
          </a:xfrm>
          <a:prstGeom prst="rect">
            <a:avLst/>
          </a:prstGeom>
          <a:noFill/>
          <a:ln>
            <a:noFill/>
          </a:ln>
        </p:spPr>
        <p:txBody>
          <a:bodyPr spcFirstLastPara="1" wrap="square" lIns="0" tIns="0" rIns="0" bIns="0" anchor="t" anchorCtr="0">
            <a:spAutoFit/>
          </a:bodyPr>
          <a:lstStyle>
            <a:lvl1pPr marL="38100" marR="0" lvl="0"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1pPr>
            <a:lvl2pPr marL="38100" marR="0" lvl="1"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2pPr>
            <a:lvl3pPr marL="38100" marR="0" lvl="2"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3pPr>
            <a:lvl4pPr marL="38100" marR="0" lvl="3"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4pPr>
            <a:lvl5pPr marL="38100" marR="0" lvl="4"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5pPr>
            <a:lvl6pPr marL="38100" marR="0" lvl="5"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6pPr>
            <a:lvl7pPr marL="38100" marR="0" lvl="6"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7pPr>
            <a:lvl8pPr marL="38100" marR="0" lvl="7"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8pPr>
            <a:lvl9pPr marL="38100" marR="0" lvl="8"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9pPr>
          </a:lstStyle>
          <a:p>
            <a:pPr marL="3810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matchingName="Title Only">
  <p:cSld name="1_Title Only">
    <p:spTree>
      <p:nvGrpSpPr>
        <p:cNvPr id="1" name="Shape 12"/>
        <p:cNvGrpSpPr/>
        <p:nvPr/>
      </p:nvGrpSpPr>
      <p:grpSpPr>
        <a:xfrm>
          <a:off x="0" y="0"/>
          <a:ext cx="0" cy="0"/>
          <a:chOff x="0" y="0"/>
          <a:chExt cx="0" cy="0"/>
        </a:xfrm>
      </p:grpSpPr>
      <p:sp>
        <p:nvSpPr>
          <p:cNvPr id="13" name="Google Shape;13;p19"/>
          <p:cNvSpPr txBox="1">
            <a:spLocks noGrp="1"/>
          </p:cNvSpPr>
          <p:nvPr>
            <p:ph type="title"/>
          </p:nvPr>
        </p:nvSpPr>
        <p:spPr>
          <a:xfrm>
            <a:off x="6271640" y="3420097"/>
            <a:ext cx="6468618" cy="303339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100" b="1" i="1">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9"/>
          <p:cNvSpPr txBox="1">
            <a:spLocks noGrp="1"/>
          </p:cNvSpPr>
          <p:nvPr>
            <p:ph type="ftr" idx="11"/>
          </p:nvPr>
        </p:nvSpPr>
        <p:spPr>
          <a:xfrm>
            <a:off x="6464046" y="9944862"/>
            <a:ext cx="6083808"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9"/>
          <p:cNvSpPr txBox="1">
            <a:spLocks noGrp="1"/>
          </p:cNvSpPr>
          <p:nvPr>
            <p:ph type="dt" idx="10"/>
          </p:nvPr>
        </p:nvSpPr>
        <p:spPr>
          <a:xfrm>
            <a:off x="950595" y="9944862"/>
            <a:ext cx="4372737"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9"/>
          <p:cNvSpPr txBox="1">
            <a:spLocks noGrp="1"/>
          </p:cNvSpPr>
          <p:nvPr>
            <p:ph type="sldNum" idx="12"/>
          </p:nvPr>
        </p:nvSpPr>
        <p:spPr>
          <a:xfrm>
            <a:off x="17334611" y="10092054"/>
            <a:ext cx="320040" cy="261620"/>
          </a:xfrm>
          <a:prstGeom prst="rect">
            <a:avLst/>
          </a:prstGeom>
          <a:noFill/>
          <a:ln>
            <a:noFill/>
          </a:ln>
        </p:spPr>
        <p:txBody>
          <a:bodyPr spcFirstLastPara="1" wrap="square" lIns="0" tIns="0" rIns="0" bIns="0" anchor="t" anchorCtr="0">
            <a:spAutoFit/>
          </a:bodyPr>
          <a:lstStyle>
            <a:lvl1pPr marL="38100" marR="0" lvl="0"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1pPr>
            <a:lvl2pPr marL="38100" marR="0" lvl="1"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2pPr>
            <a:lvl3pPr marL="38100" marR="0" lvl="2"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3pPr>
            <a:lvl4pPr marL="38100" marR="0" lvl="3"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4pPr>
            <a:lvl5pPr marL="38100" marR="0" lvl="4"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5pPr>
            <a:lvl6pPr marL="38100" marR="0" lvl="5"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6pPr>
            <a:lvl7pPr marL="38100" marR="0" lvl="6"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7pPr>
            <a:lvl8pPr marL="38100" marR="0" lvl="7"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8pPr>
            <a:lvl9pPr marL="38100" marR="0" lvl="8" indent="0" algn="l">
              <a:lnSpc>
                <a:spcPct val="101000"/>
              </a:lnSpc>
              <a:spcBef>
                <a:spcPts val="0"/>
              </a:spcBef>
              <a:buNone/>
              <a:defRPr sz="1850" b="0" i="0">
                <a:solidFill>
                  <a:srgbClr val="878787"/>
                </a:solidFill>
                <a:latin typeface="Calibri" panose="020F0502020204030204"/>
                <a:ea typeface="Calibri" panose="020F0502020204030204"/>
                <a:cs typeface="Calibri" panose="020F0502020204030204"/>
                <a:sym typeface="Calibri" panose="020F0502020204030204"/>
              </a:defRPr>
            </a:lvl9pPr>
          </a:lstStyle>
          <a:p>
            <a:pPr marL="3810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3148887"/>
            <a:ext cx="19011900" cy="6402227"/>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a:fillRect/>
          </a:stretch>
        </p:blipFill>
        <p:spPr bwMode="black">
          <a:xfrm>
            <a:off x="0" y="9552771"/>
            <a:ext cx="19011900" cy="1158452"/>
          </a:xfrm>
          <a:prstGeom prst="rect">
            <a:avLst/>
          </a:prstGeom>
        </p:spPr>
      </p:pic>
      <p:sp>
        <p:nvSpPr>
          <p:cNvPr id="2" name="Title Placeholder 1"/>
          <p:cNvSpPr>
            <a:spLocks noGrp="1"/>
          </p:cNvSpPr>
          <p:nvPr>
            <p:ph type="title"/>
          </p:nvPr>
        </p:nvSpPr>
        <p:spPr>
          <a:xfrm>
            <a:off x="2263557" y="1254455"/>
            <a:ext cx="14975107" cy="16360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263557" y="3143050"/>
            <a:ext cx="14975107" cy="53804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1779735" y="515133"/>
            <a:ext cx="5458927" cy="482125"/>
          </a:xfrm>
          <a:prstGeom prst="rect">
            <a:avLst/>
          </a:prstGeom>
        </p:spPr>
        <p:txBody>
          <a:bodyPr vert="horz" lIns="91440" tIns="45720" rIns="91440" bIns="45720" rtlCol="0" anchor="ctr"/>
          <a:lstStyle>
            <a:lvl1pPr algn="r">
              <a:defRPr sz="156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2263556" y="513476"/>
            <a:ext cx="9260872" cy="482125"/>
          </a:xfrm>
          <a:prstGeom prst="rect">
            <a:avLst/>
          </a:prstGeom>
        </p:spPr>
        <p:txBody>
          <a:bodyPr vert="horz" lIns="91440" tIns="45720" rIns="91440" bIns="45720" rtlCol="0" anchor="ctr"/>
          <a:lstStyle>
            <a:lvl1pPr algn="l">
              <a:defRPr sz="156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748594" y="1245806"/>
            <a:ext cx="1264683" cy="785209"/>
          </a:xfrm>
          <a:prstGeom prst="rect">
            <a:avLst/>
          </a:prstGeom>
        </p:spPr>
        <p:txBody>
          <a:bodyPr vert="horz" lIns="91440" tIns="45720" rIns="91440" bIns="45720" rtlCol="0" anchor="t"/>
          <a:lstStyle>
            <a:lvl1pPr algn="r">
              <a:defRPr sz="4365">
                <a:solidFill>
                  <a:schemeClr val="accent1"/>
                </a:solidFill>
              </a:defRPr>
            </a:lvl1pPr>
          </a:lstStyle>
          <a:p>
            <a:pPr marL="38100" lvl="0" indent="0" algn="l" rtl="0">
              <a:spcBef>
                <a:spcPts val="0"/>
              </a:spcBef>
              <a:spcAft>
                <a:spcPts val="0"/>
              </a:spcAft>
              <a:buNone/>
            </a:pPr>
            <a:fld id="{00000000-1234-1234-1234-123412341234}" type="slidenum">
              <a:rPr lang="en-US" smtClean="0"/>
            </a:fld>
            <a:endParaRPr lang="en-US"/>
          </a:p>
        </p:txBody>
      </p:sp>
      <p:cxnSp>
        <p:nvCxnSpPr>
          <p:cNvPr id="10" name="Straight Connector 9"/>
          <p:cNvCxnSpPr/>
          <p:nvPr/>
        </p:nvCxnSpPr>
        <p:spPr>
          <a:xfrm>
            <a:off x="0" y="9555785"/>
            <a:ext cx="190119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1425575" rtl="0" eaLnBrk="1" latinLnBrk="0" hangingPunct="1">
        <a:lnSpc>
          <a:spcPct val="90000"/>
        </a:lnSpc>
        <a:spcBef>
          <a:spcPct val="0"/>
        </a:spcBef>
        <a:buNone/>
        <a:defRPr sz="4990" b="0" i="0" kern="1200" cap="all">
          <a:solidFill>
            <a:schemeClr val="tx1"/>
          </a:solidFill>
          <a:effectLst/>
          <a:latin typeface="+mj-lt"/>
          <a:ea typeface="+mj-ea"/>
          <a:cs typeface="+mj-cs"/>
        </a:defRPr>
      </a:lvl1pPr>
    </p:titleStyle>
    <p:bodyStyle>
      <a:lvl1pPr marL="356235" indent="-356235" algn="l" defTabSz="1425575" rtl="0" eaLnBrk="1" latinLnBrk="0" hangingPunct="1">
        <a:lnSpc>
          <a:spcPct val="120000"/>
        </a:lnSpc>
        <a:spcBef>
          <a:spcPts val="1560"/>
        </a:spcBef>
        <a:buClr>
          <a:schemeClr val="accent1"/>
        </a:buClr>
        <a:buSzPct val="100000"/>
        <a:buFont typeface="Arial" panose="020B0604020202020204" pitchFamily="34" charset="0"/>
        <a:buChar char="•"/>
        <a:defRPr sz="3120" kern="1200">
          <a:solidFill>
            <a:schemeClr val="tx1"/>
          </a:solidFill>
          <a:effectLst/>
          <a:latin typeface="+mn-lt"/>
          <a:ea typeface="+mn-ea"/>
          <a:cs typeface="+mn-cs"/>
        </a:defRPr>
      </a:lvl1pPr>
      <a:lvl2pPr marL="1069340" indent="-356235" algn="l" defTabSz="1425575" rtl="0" eaLnBrk="1" latinLnBrk="0" hangingPunct="1">
        <a:lnSpc>
          <a:spcPct val="120000"/>
        </a:lnSpc>
        <a:spcBef>
          <a:spcPts val="780"/>
        </a:spcBef>
        <a:buClr>
          <a:schemeClr val="accent1"/>
        </a:buClr>
        <a:buSzPct val="100000"/>
        <a:buFont typeface="Arial" panose="020B0604020202020204" pitchFamily="34" charset="0"/>
        <a:buChar char="•"/>
        <a:defRPr sz="2805" kern="1200" cap="none" baseline="0">
          <a:solidFill>
            <a:schemeClr val="tx1"/>
          </a:solidFill>
          <a:effectLst/>
          <a:latin typeface="+mn-lt"/>
          <a:ea typeface="+mn-ea"/>
          <a:cs typeface="+mn-cs"/>
        </a:defRPr>
      </a:lvl2pPr>
      <a:lvl3pPr marL="1782445" indent="-356235" algn="l" defTabSz="1425575" rtl="0" eaLnBrk="1" latinLnBrk="0" hangingPunct="1">
        <a:lnSpc>
          <a:spcPct val="120000"/>
        </a:lnSpc>
        <a:spcBef>
          <a:spcPts val="780"/>
        </a:spcBef>
        <a:buClr>
          <a:schemeClr val="accent1"/>
        </a:buClr>
        <a:buSzPct val="100000"/>
        <a:buFont typeface="Arial" panose="020B0604020202020204" pitchFamily="34" charset="0"/>
        <a:buChar char="•"/>
        <a:defRPr sz="2495" kern="1200">
          <a:solidFill>
            <a:schemeClr val="tx1"/>
          </a:solidFill>
          <a:effectLst/>
          <a:latin typeface="+mn-lt"/>
          <a:ea typeface="+mn-ea"/>
          <a:cs typeface="+mn-cs"/>
        </a:defRPr>
      </a:lvl3pPr>
      <a:lvl4pPr marL="2494915" indent="-356235" algn="l" defTabSz="1425575" rtl="0" eaLnBrk="1" latinLnBrk="0" hangingPunct="1">
        <a:lnSpc>
          <a:spcPct val="120000"/>
        </a:lnSpc>
        <a:spcBef>
          <a:spcPts val="780"/>
        </a:spcBef>
        <a:buClr>
          <a:schemeClr val="accent1"/>
        </a:buClr>
        <a:buSzPct val="100000"/>
        <a:buFont typeface="Arial" panose="020B0604020202020204" pitchFamily="34" charset="0"/>
        <a:buChar char="•"/>
        <a:defRPr sz="2185" kern="1200" cap="none" baseline="0">
          <a:solidFill>
            <a:schemeClr val="tx1"/>
          </a:solidFill>
          <a:effectLst/>
          <a:latin typeface="+mn-lt"/>
          <a:ea typeface="+mn-ea"/>
          <a:cs typeface="+mn-cs"/>
        </a:defRPr>
      </a:lvl4pPr>
      <a:lvl5pPr marL="3208020" indent="-356235" algn="l" defTabSz="1425575" rtl="0" eaLnBrk="1" latinLnBrk="0" hangingPunct="1">
        <a:lnSpc>
          <a:spcPct val="120000"/>
        </a:lnSpc>
        <a:spcBef>
          <a:spcPts val="780"/>
        </a:spcBef>
        <a:buClr>
          <a:schemeClr val="accent1"/>
        </a:buClr>
        <a:buSzPct val="100000"/>
        <a:buFont typeface="Arial" panose="020B0604020202020204" pitchFamily="34" charset="0"/>
        <a:buChar char="•"/>
        <a:defRPr sz="1870" kern="1200">
          <a:solidFill>
            <a:schemeClr val="tx1"/>
          </a:solidFill>
          <a:effectLst/>
          <a:latin typeface="+mn-lt"/>
          <a:ea typeface="+mn-ea"/>
          <a:cs typeface="+mn-cs"/>
        </a:defRPr>
      </a:lvl5pPr>
      <a:lvl6pPr marL="3921125" indent="-356235" algn="l" defTabSz="1425575" rtl="0" eaLnBrk="1" latinLnBrk="0" hangingPunct="1">
        <a:lnSpc>
          <a:spcPct val="120000"/>
        </a:lnSpc>
        <a:spcBef>
          <a:spcPts val="780"/>
        </a:spcBef>
        <a:buClr>
          <a:schemeClr val="accent1"/>
        </a:buClr>
        <a:buSzPct val="100000"/>
        <a:buFont typeface="Arial" panose="020B0604020202020204" pitchFamily="34" charset="0"/>
        <a:buChar char="•"/>
        <a:defRPr sz="1870" kern="1200">
          <a:solidFill>
            <a:schemeClr val="tx1"/>
          </a:solidFill>
          <a:effectLst/>
          <a:latin typeface="+mn-lt"/>
          <a:ea typeface="+mn-ea"/>
          <a:cs typeface="+mn-cs"/>
        </a:defRPr>
      </a:lvl6pPr>
      <a:lvl7pPr marL="4634230" indent="-356235" algn="l" defTabSz="1425575" rtl="0" eaLnBrk="1" latinLnBrk="0" hangingPunct="1">
        <a:lnSpc>
          <a:spcPct val="120000"/>
        </a:lnSpc>
        <a:spcBef>
          <a:spcPts val="780"/>
        </a:spcBef>
        <a:buClr>
          <a:schemeClr val="accent1"/>
        </a:buClr>
        <a:buSzPct val="100000"/>
        <a:buFont typeface="Arial" panose="020B0604020202020204" pitchFamily="34" charset="0"/>
        <a:buChar char="•"/>
        <a:defRPr sz="1870" kern="1200">
          <a:solidFill>
            <a:schemeClr val="tx1"/>
          </a:solidFill>
          <a:effectLst/>
          <a:latin typeface="+mn-lt"/>
          <a:ea typeface="+mn-ea"/>
          <a:cs typeface="+mn-cs"/>
        </a:defRPr>
      </a:lvl7pPr>
      <a:lvl8pPr marL="5346700" indent="-356235" algn="l" defTabSz="1425575" rtl="0" eaLnBrk="1" latinLnBrk="0" hangingPunct="1">
        <a:lnSpc>
          <a:spcPct val="120000"/>
        </a:lnSpc>
        <a:spcBef>
          <a:spcPts val="780"/>
        </a:spcBef>
        <a:buClr>
          <a:schemeClr val="accent1"/>
        </a:buClr>
        <a:buSzPct val="100000"/>
        <a:buFont typeface="Arial" panose="020B0604020202020204" pitchFamily="34" charset="0"/>
        <a:buChar char="•"/>
        <a:defRPr sz="1870" kern="1200" baseline="0">
          <a:solidFill>
            <a:schemeClr val="tx1"/>
          </a:solidFill>
          <a:effectLst/>
          <a:latin typeface="+mn-lt"/>
          <a:ea typeface="+mn-ea"/>
          <a:cs typeface="+mn-cs"/>
        </a:defRPr>
      </a:lvl8pPr>
      <a:lvl9pPr marL="6059805" indent="-356235" algn="l" defTabSz="1425575" rtl="0" eaLnBrk="1" latinLnBrk="0" hangingPunct="1">
        <a:lnSpc>
          <a:spcPct val="120000"/>
        </a:lnSpc>
        <a:spcBef>
          <a:spcPts val="780"/>
        </a:spcBef>
        <a:buClr>
          <a:schemeClr val="accent1"/>
        </a:buClr>
        <a:buSzPct val="100000"/>
        <a:buFont typeface="Arial" panose="020B0604020202020204" pitchFamily="34" charset="0"/>
        <a:buChar char="•"/>
        <a:defRPr sz="1870" kern="1200" baseline="0">
          <a:solidFill>
            <a:schemeClr val="tx1"/>
          </a:solidFill>
          <a:effectLst/>
          <a:latin typeface="+mn-lt"/>
          <a:ea typeface="+mn-ea"/>
          <a:cs typeface="+mn-cs"/>
        </a:defRPr>
      </a:lvl9pPr>
    </p:bodyStyle>
    <p:otherStyle>
      <a:defPPr>
        <a:defRPr lang="en-US"/>
      </a:defPPr>
      <a:lvl1pPr marL="0" algn="l" defTabSz="1425575" rtl="0" eaLnBrk="1" latinLnBrk="0" hangingPunct="1">
        <a:defRPr sz="2805" kern="1200">
          <a:solidFill>
            <a:schemeClr val="tx1"/>
          </a:solidFill>
          <a:latin typeface="+mn-lt"/>
          <a:ea typeface="+mn-ea"/>
          <a:cs typeface="+mn-cs"/>
        </a:defRPr>
      </a:lvl1pPr>
      <a:lvl2pPr marL="713105" algn="l" defTabSz="1425575" rtl="0" eaLnBrk="1" latinLnBrk="0" hangingPunct="1">
        <a:defRPr sz="2805" kern="1200">
          <a:solidFill>
            <a:schemeClr val="tx1"/>
          </a:solidFill>
          <a:latin typeface="+mn-lt"/>
          <a:ea typeface="+mn-ea"/>
          <a:cs typeface="+mn-cs"/>
        </a:defRPr>
      </a:lvl2pPr>
      <a:lvl3pPr marL="1425575" algn="l" defTabSz="1425575" rtl="0" eaLnBrk="1" latinLnBrk="0" hangingPunct="1">
        <a:defRPr sz="2805" kern="1200">
          <a:solidFill>
            <a:schemeClr val="tx1"/>
          </a:solidFill>
          <a:latin typeface="+mn-lt"/>
          <a:ea typeface="+mn-ea"/>
          <a:cs typeface="+mn-cs"/>
        </a:defRPr>
      </a:lvl3pPr>
      <a:lvl4pPr marL="2138680" algn="l" defTabSz="1425575" rtl="0" eaLnBrk="1" latinLnBrk="0" hangingPunct="1">
        <a:defRPr sz="2805" kern="1200">
          <a:solidFill>
            <a:schemeClr val="tx1"/>
          </a:solidFill>
          <a:latin typeface="+mn-lt"/>
          <a:ea typeface="+mn-ea"/>
          <a:cs typeface="+mn-cs"/>
        </a:defRPr>
      </a:lvl4pPr>
      <a:lvl5pPr marL="2851785" algn="l" defTabSz="1425575" rtl="0" eaLnBrk="1" latinLnBrk="0" hangingPunct="1">
        <a:defRPr sz="2805" kern="1200">
          <a:solidFill>
            <a:schemeClr val="tx1"/>
          </a:solidFill>
          <a:latin typeface="+mn-lt"/>
          <a:ea typeface="+mn-ea"/>
          <a:cs typeface="+mn-cs"/>
        </a:defRPr>
      </a:lvl5pPr>
      <a:lvl6pPr marL="3564255" algn="l" defTabSz="1425575" rtl="0" eaLnBrk="1" latinLnBrk="0" hangingPunct="1">
        <a:defRPr sz="2805" kern="1200">
          <a:solidFill>
            <a:schemeClr val="tx1"/>
          </a:solidFill>
          <a:latin typeface="+mn-lt"/>
          <a:ea typeface="+mn-ea"/>
          <a:cs typeface="+mn-cs"/>
        </a:defRPr>
      </a:lvl6pPr>
      <a:lvl7pPr marL="4277360" algn="l" defTabSz="1425575" rtl="0" eaLnBrk="1" latinLnBrk="0" hangingPunct="1">
        <a:defRPr sz="2805" kern="1200">
          <a:solidFill>
            <a:schemeClr val="tx1"/>
          </a:solidFill>
          <a:latin typeface="+mn-lt"/>
          <a:ea typeface="+mn-ea"/>
          <a:cs typeface="+mn-cs"/>
        </a:defRPr>
      </a:lvl7pPr>
      <a:lvl8pPr marL="4990465" algn="l" defTabSz="1425575" rtl="0" eaLnBrk="1" latinLnBrk="0" hangingPunct="1">
        <a:defRPr sz="2805" kern="1200">
          <a:solidFill>
            <a:schemeClr val="tx1"/>
          </a:solidFill>
          <a:latin typeface="+mn-lt"/>
          <a:ea typeface="+mn-ea"/>
          <a:cs typeface="+mn-cs"/>
        </a:defRPr>
      </a:lvl8pPr>
      <a:lvl9pPr marL="5703570" algn="l" defTabSz="1425575" rtl="0" eaLnBrk="1" latinLnBrk="0" hangingPunct="1">
        <a:defRPr sz="2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8.xml"/><Relationship Id="rId2" Type="http://schemas.openxmlformats.org/officeDocument/2006/relationships/image" Target="../media/image4.jpe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a:spLocks noGrp="1"/>
          </p:cNvSpPr>
          <p:nvPr>
            <p:ph type="title"/>
          </p:nvPr>
        </p:nvSpPr>
        <p:spPr>
          <a:xfrm>
            <a:off x="2396490" y="4282440"/>
            <a:ext cx="14218920" cy="3078480"/>
          </a:xfrm>
        </p:spPr>
        <p:txBody>
          <a:bodyPr spcFirstLastPara="1" vert="horz" wrap="square" lIns="0" tIns="0" rIns="0" bIns="0" rtlCol="0" anchor="t" anchorCtr="0">
            <a:normAutofit/>
          </a:bodyPr>
          <a:lstStyle/>
          <a:p>
            <a:pPr marL="12700" lvl="0" indent="0"/>
            <a:r>
              <a:rPr lang="en-US" sz="9300" b="0" i="0" kern="1200" cap="none" spc="0" baseline="0" dirty="0">
                <a:effectLst/>
                <a:latin typeface="Times New Roman" panose="02020603050405020304" pitchFamily="18" charset="0"/>
                <a:cs typeface="Times New Roman" panose="02020603050405020304" pitchFamily="18" charset="0"/>
                <a:sym typeface="Arial" panose="020B0604020202020204"/>
              </a:rPr>
              <a:t>      REAL TIME PROJECT</a:t>
            </a:r>
            <a:endParaRPr lang="en-US" sz="9300" b="0" i="0" kern="1200" cap="none" spc="0" baseline="0" dirty="0">
              <a:effectLst/>
              <a:latin typeface="Times New Roman" panose="02020603050405020304" pitchFamily="18" charset="0"/>
              <a:cs typeface="Times New Roman" panose="02020603050405020304" pitchFamily="18" charset="0"/>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4" name="Google Shape;54;p2"/>
          <p:cNvSpPr txBox="1"/>
          <p:nvPr/>
        </p:nvSpPr>
        <p:spPr>
          <a:xfrm>
            <a:off x="5829300" y="1754176"/>
            <a:ext cx="5435600" cy="809621"/>
          </a:xfrm>
          <a:prstGeom prst="rect">
            <a:avLst/>
          </a:prstGeom>
          <a:noFill/>
          <a:ln>
            <a:noFill/>
          </a:ln>
        </p:spPr>
        <p:txBody>
          <a:bodyPr spcFirstLastPara="1" wrap="square" lIns="0" tIns="12700" rIns="0" bIns="0" anchor="t" anchorCtr="0">
            <a:noAutofit/>
          </a:bodyPr>
          <a:lstStyle/>
          <a:p>
            <a:pPr marL="12700" marR="0" lvl="0" indent="0" algn="ctr" rtl="0" fontAlgn="t">
              <a:lnSpc>
                <a:spcPct val="130000"/>
              </a:lnSpc>
              <a:spcBef>
                <a:spcPts val="0"/>
              </a:spcBef>
              <a:spcAft>
                <a:spcPts val="0"/>
              </a:spcAft>
              <a:buNone/>
            </a:pPr>
            <a:r>
              <a:rPr lang="en-US" altLang="en-US" sz="4400" b="1" dirty="0">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IN" sz="3200" b="1" kern="100" dirty="0">
                <a:solidFill>
                  <a:srgbClr val="000000"/>
                </a:solidFill>
                <a:effectLst/>
                <a:latin typeface="Times New Roman" panose="02020603050405020304" pitchFamily="18" charset="0"/>
                <a:ea typeface="Times New Roman" panose="02020603050405020304" pitchFamily="18" charset="0"/>
              </a:rPr>
              <a:t> </a:t>
            </a:r>
            <a:r>
              <a:rPr lang="en-IN" sz="4400" b="1" u="sng"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rPr>
              <a:t>GAS</a:t>
            </a:r>
            <a:r>
              <a:rPr lang="en-US" altLang="en-IN" sz="4400" b="1" u="sng"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rPr>
              <a:t>   LEAKAGE ALERT  SYSTEM</a:t>
            </a:r>
            <a:endParaRPr lang="en-US" altLang="en-IN" sz="4400" b="1" u="sng"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sym typeface="Calibri" panose="020F0502020204030204"/>
            </a:endParaRPr>
          </a:p>
        </p:txBody>
      </p:sp>
      <p:sp>
        <p:nvSpPr>
          <p:cNvPr id="62" name="Google Shape;62;p2"/>
          <p:cNvSpPr txBox="1"/>
          <p:nvPr/>
        </p:nvSpPr>
        <p:spPr>
          <a:xfrm>
            <a:off x="775971" y="4567885"/>
            <a:ext cx="3183890" cy="56767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800" b="1" dirty="0">
                <a:latin typeface="Times New Roman" panose="02020603050405020304" pitchFamily="18" charset="0"/>
                <a:ea typeface="Calibri" panose="020F0502020204030204"/>
                <a:cs typeface="Times New Roman" panose="02020603050405020304" pitchFamily="18" charset="0"/>
                <a:sym typeface="Calibri" panose="020F0502020204030204"/>
              </a:rPr>
              <a:t>PRESENTED BY</a:t>
            </a:r>
            <a:r>
              <a:rPr lang="en-IN" altLang="en-US" sz="2800" b="1" dirty="0">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IN" altLang="en-US" sz="3600" b="1" dirty="0">
                <a:latin typeface="Times New Roman" panose="02020603050405020304" pitchFamily="18" charset="0"/>
                <a:ea typeface="Calibri" panose="020F0502020204030204"/>
                <a:cs typeface="Times New Roman" panose="02020603050405020304" pitchFamily="18" charset="0"/>
                <a:sym typeface="Calibri" panose="020F0502020204030204"/>
              </a:rPr>
              <a:t>:</a:t>
            </a:r>
            <a:endParaRPr lang="en-IN" altLang="en-US" sz="3600" b="1" dirty="0">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74" name="Google Shape;74;p2"/>
          <p:cNvSpPr txBox="1"/>
          <p:nvPr/>
        </p:nvSpPr>
        <p:spPr>
          <a:xfrm>
            <a:off x="765810" y="5618481"/>
            <a:ext cx="6722110" cy="2816140"/>
          </a:xfrm>
          <a:prstGeom prst="rect">
            <a:avLst/>
          </a:prstGeom>
          <a:noFill/>
          <a:ln>
            <a:noFill/>
          </a:ln>
        </p:spPr>
        <p:txBody>
          <a:bodyPr spcFirstLastPara="1" wrap="square" lIns="0" tIns="15225" rIns="0" bIns="0" anchor="t" anchorCtr="0">
            <a:spAutoFit/>
          </a:bodyPr>
          <a:lstStyle/>
          <a:p>
            <a:pPr marL="12700" algn="just">
              <a:lnSpc>
                <a:spcPct val="130000"/>
              </a:lnSpc>
            </a:pPr>
            <a:r>
              <a:rPr lang="en-IN" sz="3600" kern="100" dirty="0">
                <a:solidFill>
                  <a:srgbClr val="000000"/>
                </a:solidFill>
                <a:effectLst/>
                <a:latin typeface="Times New Roman" panose="02020603050405020304" pitchFamily="18" charset="0"/>
                <a:ea typeface="Times New Roman" panose="02020603050405020304" pitchFamily="18" charset="0"/>
              </a:rPr>
              <a:t> </a:t>
            </a:r>
            <a:r>
              <a:rPr lang="en-IN" sz="3600" kern="100" dirty="0" err="1">
                <a:solidFill>
                  <a:srgbClr val="000000"/>
                </a:solidFill>
                <a:effectLst/>
                <a:latin typeface="Times New Roman" panose="02020603050405020304" pitchFamily="18" charset="0"/>
                <a:ea typeface="Times New Roman" panose="02020603050405020304" pitchFamily="18" charset="0"/>
              </a:rPr>
              <a:t>V.Lohitha</a:t>
            </a:r>
            <a:r>
              <a:rPr lang="en-IN" sz="3600" kern="100" dirty="0">
                <a:solidFill>
                  <a:srgbClr val="000000"/>
                </a:solidFill>
                <a:effectLst/>
                <a:latin typeface="Times New Roman" panose="02020603050405020304" pitchFamily="18" charset="0"/>
                <a:ea typeface="Times New Roman" panose="02020603050405020304" pitchFamily="18" charset="0"/>
              </a:rPr>
              <a:t>            (23P61A12B9)</a:t>
            </a:r>
            <a:endParaRPr lang="en-IN" sz="3600" kern="100" dirty="0">
              <a:solidFill>
                <a:srgbClr val="000000"/>
              </a:solidFill>
              <a:effectLst/>
              <a:latin typeface="Times New Roman" panose="02020603050405020304" pitchFamily="18" charset="0"/>
              <a:ea typeface="Times New Roman" panose="02020603050405020304" pitchFamily="18" charset="0"/>
            </a:endParaRPr>
          </a:p>
          <a:p>
            <a:pPr marL="12700" algn="just">
              <a:lnSpc>
                <a:spcPct val="130000"/>
              </a:lnSpc>
            </a:pPr>
            <a:r>
              <a:rPr lang="en-IN" sz="3600" kern="100" dirty="0">
                <a:solidFill>
                  <a:srgbClr val="000000"/>
                </a:solidFill>
                <a:latin typeface="Times New Roman" panose="02020603050405020304" pitchFamily="18" charset="0"/>
                <a:ea typeface="Times New Roman" panose="02020603050405020304" pitchFamily="18" charset="0"/>
              </a:rPr>
              <a:t> </a:t>
            </a:r>
            <a:r>
              <a:rPr lang="en-IN" sz="3600" kern="100" dirty="0" err="1">
                <a:solidFill>
                  <a:srgbClr val="000000"/>
                </a:solidFill>
                <a:latin typeface="Times New Roman" panose="02020603050405020304" pitchFamily="18" charset="0"/>
                <a:ea typeface="Times New Roman" panose="02020603050405020304" pitchFamily="18" charset="0"/>
              </a:rPr>
              <a:t>M.Sumana</a:t>
            </a:r>
            <a:r>
              <a:rPr lang="en-IN" sz="3600" kern="100" dirty="0">
                <a:solidFill>
                  <a:srgbClr val="000000"/>
                </a:solidFill>
                <a:latin typeface="Times New Roman" panose="02020603050405020304" pitchFamily="18" charset="0"/>
                <a:ea typeface="Times New Roman" panose="02020603050405020304" pitchFamily="18" charset="0"/>
              </a:rPr>
              <a:t> Sri     (23P61A1273)  </a:t>
            </a:r>
            <a:endParaRPr lang="en-IN" sz="3600" kern="100" dirty="0">
              <a:solidFill>
                <a:srgbClr val="000000"/>
              </a:solidFill>
              <a:latin typeface="Times New Roman" panose="02020603050405020304" pitchFamily="18" charset="0"/>
              <a:ea typeface="Times New Roman" panose="02020603050405020304" pitchFamily="18" charset="0"/>
            </a:endParaRPr>
          </a:p>
          <a:p>
            <a:pPr marL="12700" algn="just">
              <a:lnSpc>
                <a:spcPct val="130000"/>
              </a:lnSpc>
            </a:pPr>
            <a:r>
              <a:rPr lang="en-IN" sz="3600" kern="100" dirty="0">
                <a:solidFill>
                  <a:srgbClr val="000000"/>
                </a:solidFill>
                <a:effectLst/>
                <a:latin typeface="Times New Roman" panose="02020603050405020304" pitchFamily="18" charset="0"/>
                <a:ea typeface="Times New Roman" panose="02020603050405020304" pitchFamily="18" charset="0"/>
              </a:rPr>
              <a:t> </a:t>
            </a:r>
            <a:r>
              <a:rPr lang="en-IN" sz="3600" kern="100" dirty="0" err="1">
                <a:solidFill>
                  <a:srgbClr val="000000"/>
                </a:solidFill>
                <a:effectLst/>
                <a:latin typeface="Times New Roman" panose="02020603050405020304" pitchFamily="18" charset="0"/>
                <a:ea typeface="Times New Roman" panose="02020603050405020304" pitchFamily="18" charset="0"/>
              </a:rPr>
              <a:t>V.Sai</a:t>
            </a:r>
            <a:r>
              <a:rPr lang="en-IN" sz="3600" kern="100" dirty="0">
                <a:solidFill>
                  <a:srgbClr val="000000"/>
                </a:solidFill>
                <a:effectLst/>
                <a:latin typeface="Times New Roman" panose="02020603050405020304" pitchFamily="18" charset="0"/>
                <a:ea typeface="Times New Roman" panose="02020603050405020304" pitchFamily="18" charset="0"/>
              </a:rPr>
              <a:t> Ram           (23P61A12C2)</a:t>
            </a:r>
            <a:endParaRPr lang="en-IN" sz="3600" kern="100" dirty="0">
              <a:solidFill>
                <a:srgbClr val="000000"/>
              </a:solidFill>
              <a:effectLst/>
              <a:latin typeface="Times New Roman" panose="02020603050405020304" pitchFamily="18" charset="0"/>
              <a:ea typeface="Times New Roman" panose="02020603050405020304" pitchFamily="18" charset="0"/>
            </a:endParaRPr>
          </a:p>
          <a:p>
            <a:pPr marL="12700" lvl="0">
              <a:lnSpc>
                <a:spcPct val="130000"/>
              </a:lnSpc>
            </a:pPr>
            <a:endParaRPr lang="en-IN" sz="32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75" name="Google Shape;75;p2"/>
          <p:cNvSpPr txBox="1"/>
          <p:nvPr/>
        </p:nvSpPr>
        <p:spPr>
          <a:xfrm>
            <a:off x="12853065" y="5423837"/>
            <a:ext cx="3707100" cy="999490"/>
          </a:xfrm>
          <a:prstGeom prst="rect">
            <a:avLst/>
          </a:prstGeom>
          <a:noFill/>
          <a:ln>
            <a:noFill/>
          </a:ln>
        </p:spPr>
        <p:txBody>
          <a:bodyPr spcFirstLastPara="1" wrap="square" lIns="0" tIns="15225" rIns="0" bIns="0" anchor="t" anchorCtr="0">
            <a:spAutoFit/>
          </a:bodyPr>
          <a:lstStyle/>
          <a:p>
            <a:pPr marL="12700" marR="0" lvl="0" indent="0" algn="ctr" rtl="0">
              <a:lnSpc>
                <a:spcPct val="100000"/>
              </a:lnSpc>
              <a:spcBef>
                <a:spcPts val="0"/>
              </a:spcBef>
              <a:spcAft>
                <a:spcPts val="0"/>
              </a:spcAft>
              <a:buNone/>
            </a:pPr>
            <a:r>
              <a:rPr lang="en-US" altLang="en-IN" sz="3200" dirty="0" err="1">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Mr K.Venkat reddy sir</a:t>
            </a:r>
            <a:endParaRPr lang="en-IN" sz="32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12700" marR="0" lvl="0" indent="0" algn="ctr" rtl="0">
              <a:lnSpc>
                <a:spcPct val="100000"/>
              </a:lnSpc>
              <a:spcBef>
                <a:spcPts val="0"/>
              </a:spcBef>
              <a:spcAft>
                <a:spcPts val="0"/>
              </a:spcAft>
              <a:buNone/>
            </a:pPr>
            <a:r>
              <a:rPr lang="en-IN" sz="32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(Ass</a:t>
            </a:r>
            <a:r>
              <a:rPr lang="en-US" altLang="en-IN" sz="32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istant</a:t>
            </a:r>
            <a:r>
              <a:rPr lang="en-IN" sz="32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Professor)</a:t>
            </a:r>
            <a:endParaRPr lang="en-IN" sz="32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76" name="Google Shape;76;p2"/>
          <p:cNvSpPr txBox="1"/>
          <p:nvPr/>
        </p:nvSpPr>
        <p:spPr>
          <a:xfrm>
            <a:off x="-5012390" y="9935642"/>
            <a:ext cx="17944500" cy="638045"/>
          </a:xfrm>
          <a:prstGeom prst="rect">
            <a:avLst/>
          </a:prstGeom>
          <a:noFill/>
          <a:ln>
            <a:noFill/>
          </a:ln>
        </p:spPr>
        <p:txBody>
          <a:bodyPr spcFirstLastPara="1" wrap="square" lIns="0" tIns="15225" rIns="0" bIns="0" anchor="t" anchorCtr="0">
            <a:spAutoFit/>
          </a:bodyPr>
          <a:lstStyle/>
          <a:p>
            <a:pPr marL="0" marR="5080" lvl="0" indent="0" algn="ctr" rtl="0">
              <a:lnSpc>
                <a:spcPct val="102000"/>
              </a:lnSpc>
              <a:spcBef>
                <a:spcPts val="960"/>
              </a:spcBef>
              <a:spcAft>
                <a:spcPts val="0"/>
              </a:spcAft>
              <a:buNone/>
            </a:pPr>
            <a:r>
              <a:rPr lang="en-US" sz="315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INFORMATION TECHNOLOGY</a:t>
            </a:r>
            <a:endParaRPr dirty="0"/>
          </a:p>
        </p:txBody>
      </p:sp>
      <p:pic>
        <p:nvPicPr>
          <p:cNvPr id="82" name="Google Shape;82;p2"/>
          <p:cNvPicPr preferRelativeResize="0"/>
          <p:nvPr/>
        </p:nvPicPr>
        <p:blipFill rotWithShape="1">
          <a:blip r:embed="rId1"/>
          <a:srcRect/>
          <a:stretch>
            <a:fillRect/>
          </a:stretch>
        </p:blipFill>
        <p:spPr>
          <a:xfrm>
            <a:off x="775970" y="309562"/>
            <a:ext cx="13748385" cy="1337945"/>
          </a:xfrm>
          <a:prstGeom prst="rect">
            <a:avLst/>
          </a:prstGeom>
          <a:noFill/>
          <a:ln>
            <a:noFill/>
          </a:ln>
        </p:spPr>
      </p:pic>
      <p:sp>
        <p:nvSpPr>
          <p:cNvPr id="2" name="Google Shape;62;p2"/>
          <p:cNvSpPr txBox="1"/>
          <p:nvPr/>
        </p:nvSpPr>
        <p:spPr>
          <a:xfrm>
            <a:off x="13558520" y="4656574"/>
            <a:ext cx="3001645" cy="5664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IN" altLang="en-US" sz="3200" b="1" dirty="0">
                <a:latin typeface="Times New Roman" panose="02020603050405020304" pitchFamily="18" charset="0"/>
                <a:ea typeface="Calibri" panose="020F0502020204030204"/>
                <a:cs typeface="Times New Roman" panose="02020603050405020304" pitchFamily="18" charset="0"/>
                <a:sym typeface="Calibri" panose="020F0502020204030204"/>
              </a:rPr>
              <a:t>GUIDED BY</a:t>
            </a:r>
            <a:r>
              <a:rPr lang="en-IN" altLang="en-US" sz="3600" dirty="0">
                <a:latin typeface="Times New Roman" panose="02020603050405020304" pitchFamily="18" charset="0"/>
                <a:ea typeface="Calibri" panose="020F0502020204030204"/>
                <a:cs typeface="Times New Roman" panose="02020603050405020304" pitchFamily="18" charset="0"/>
                <a:sym typeface="Calibri" panose="020F0502020204030204"/>
              </a:rPr>
              <a:t>:</a:t>
            </a:r>
            <a:endParaRPr lang="en-IN" altLang="en-US" sz="3600" dirty="0">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grpSp>
        <p:nvGrpSpPr>
          <p:cNvPr id="87" name="Google Shape;87;p4"/>
          <p:cNvGrpSpPr/>
          <p:nvPr/>
        </p:nvGrpSpPr>
        <p:grpSpPr>
          <a:xfrm>
            <a:off x="-18415" y="9529444"/>
            <a:ext cx="15114270" cy="1153156"/>
            <a:chOff x="18415" y="9547859"/>
            <a:chExt cx="15114270" cy="1153156"/>
          </a:xfrm>
        </p:grpSpPr>
        <p:pic>
          <p:nvPicPr>
            <p:cNvPr id="88" name="Google Shape;88;p4"/>
            <p:cNvPicPr preferRelativeResize="0"/>
            <p:nvPr/>
          </p:nvPicPr>
          <p:blipFill rotWithShape="1">
            <a:blip r:embed="rId1"/>
            <a:srcRect/>
            <a:stretch>
              <a:fillRect/>
            </a:stretch>
          </p:blipFill>
          <p:spPr>
            <a:xfrm>
              <a:off x="18415" y="9547859"/>
              <a:ext cx="15114270" cy="1142999"/>
            </a:xfrm>
            <a:prstGeom prst="rect">
              <a:avLst/>
            </a:prstGeom>
            <a:noFill/>
            <a:ln>
              <a:noFill/>
            </a:ln>
          </p:spPr>
        </p:pic>
        <p:sp>
          <p:nvSpPr>
            <p:cNvPr id="89" name="Google Shape;89;p4"/>
            <p:cNvSpPr/>
            <p:nvPr/>
          </p:nvSpPr>
          <p:spPr>
            <a:xfrm>
              <a:off x="55245" y="9589130"/>
              <a:ext cx="15064740" cy="1111885"/>
            </a:xfrm>
            <a:custGeom>
              <a:avLst/>
              <a:gdLst/>
              <a:ahLst/>
              <a:cxnLst/>
              <a:rect l="l" t="t" r="r" b="b"/>
              <a:pathLst>
                <a:path w="15064740" h="1111884" extrusionOk="0">
                  <a:moveTo>
                    <a:pt x="15064740" y="0"/>
                  </a:moveTo>
                  <a:lnTo>
                    <a:pt x="0" y="0"/>
                  </a:lnTo>
                  <a:lnTo>
                    <a:pt x="0" y="1111719"/>
                  </a:lnTo>
                  <a:lnTo>
                    <a:pt x="15064740" y="1111719"/>
                  </a:lnTo>
                  <a:lnTo>
                    <a:pt x="15064740" y="0"/>
                  </a:lnTo>
                  <a:close/>
                </a:path>
              </a:pathLst>
            </a:custGeom>
            <a:solidFill>
              <a:srgbClr val="FFF1CC"/>
            </a:solid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None/>
              </a:pPr>
              <a:r>
                <a:rPr lang="en-IN" altLang="en-US" sz="44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US" altLang="en-US" sz="44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Smart Rooftop Rainwater</a:t>
              </a:r>
              <a:r>
                <a:rPr lang="en-IN" altLang="en-US" sz="44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US" altLang="en-US" sz="44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Harvesting System (SRRHS)</a:t>
              </a:r>
              <a:endParaRPr lang="en-US" altLang="en-US" sz="44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grpSp>
      <p:sp>
        <p:nvSpPr>
          <p:cNvPr id="91" name="Google Shape;91;p4"/>
          <p:cNvSpPr txBox="1"/>
          <p:nvPr/>
        </p:nvSpPr>
        <p:spPr>
          <a:xfrm>
            <a:off x="15572105" y="9946322"/>
            <a:ext cx="1965325" cy="455930"/>
          </a:xfrm>
          <a:prstGeom prst="rect">
            <a:avLst/>
          </a:prstGeom>
          <a:noFill/>
          <a:ln>
            <a:noFill/>
          </a:ln>
        </p:spPr>
        <p:txBody>
          <a:bodyPr spcFirstLastPara="1" wrap="square" lIns="0" tIns="15225" rIns="0" bIns="0" anchor="t" anchorCtr="0">
            <a:spAutoFit/>
          </a:bodyPr>
          <a:lstStyle/>
          <a:p>
            <a:pPr marL="12700" marR="0" lvl="0" indent="0" algn="l" rtl="0">
              <a:lnSpc>
                <a:spcPct val="100000"/>
              </a:lnSpc>
              <a:spcBef>
                <a:spcPts val="0"/>
              </a:spcBef>
              <a:spcAft>
                <a:spcPts val="0"/>
              </a:spcAft>
              <a:buNone/>
            </a:pPr>
            <a:endParaRPr sz="2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6" name="Google Shape;96;p4"/>
          <p:cNvSpPr txBox="1">
            <a:spLocks noGrp="1"/>
          </p:cNvSpPr>
          <p:nvPr>
            <p:ph type="title"/>
          </p:nvPr>
        </p:nvSpPr>
        <p:spPr>
          <a:xfrm>
            <a:off x="1098133" y="576370"/>
            <a:ext cx="6354227" cy="1367672"/>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800" b="0" i="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Content</a:t>
            </a:r>
            <a:endParaRPr sz="880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0" name="Google Shape;100;p4"/>
          <p:cNvSpPr txBox="1"/>
          <p:nvPr/>
        </p:nvSpPr>
        <p:spPr>
          <a:xfrm>
            <a:off x="1094750" y="2158050"/>
            <a:ext cx="10221000" cy="5554200"/>
          </a:xfrm>
          <a:prstGeom prst="rect">
            <a:avLst/>
          </a:prstGeom>
          <a:noFill/>
          <a:ln>
            <a:noFill/>
          </a:ln>
        </p:spPr>
        <p:txBody>
          <a:bodyPr spcFirstLastPara="1" wrap="square" lIns="0" tIns="12700" rIns="0" bIns="0" anchor="t" anchorCtr="0">
            <a:spAutoFit/>
          </a:bodyPr>
          <a:lstStyle/>
          <a:p>
            <a:pPr marL="457200" marR="0" lvl="0" indent="-482600" algn="l" rtl="0">
              <a:lnSpc>
                <a:spcPct val="100000"/>
              </a:lnSpc>
              <a:spcBef>
                <a:spcPts val="0"/>
              </a:spcBef>
              <a:spcAft>
                <a:spcPts val="0"/>
              </a:spcAft>
              <a:buClr>
                <a:schemeClr val="dk1"/>
              </a:buClr>
              <a:buSzPts val="4000"/>
              <a:buFont typeface="Times New Roman" panose="02020603050405020304"/>
              <a:buChar char="❖"/>
            </a:pPr>
            <a:r>
              <a:rPr lang="en-US"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Abstract </a:t>
            </a:r>
            <a:endParaRPr sz="4000" dirty="0">
              <a:latin typeface="Times New Roman" panose="02020603050405020304"/>
              <a:ea typeface="Times New Roman" panose="02020603050405020304"/>
              <a:cs typeface="Times New Roman" panose="02020603050405020304"/>
              <a:sym typeface="Times New Roman" panose="02020603050405020304"/>
            </a:endParaRPr>
          </a:p>
          <a:p>
            <a:pPr marL="457200" marR="0" lvl="0" indent="-482600" algn="l" rtl="0">
              <a:spcBef>
                <a:spcPts val="0"/>
              </a:spcBef>
              <a:spcAft>
                <a:spcPts val="0"/>
              </a:spcAft>
              <a:buClr>
                <a:schemeClr val="dk1"/>
              </a:buClr>
              <a:buSzPts val="4000"/>
              <a:buFont typeface="Times New Roman" panose="02020603050405020304"/>
              <a:buChar char="❖"/>
            </a:pPr>
            <a:r>
              <a:rPr lang="en-US"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a:t>
            </a:r>
            <a:endParaRPr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482600" algn="l" rtl="0">
              <a:lnSpc>
                <a:spcPct val="100000"/>
              </a:lnSpc>
              <a:spcBef>
                <a:spcPts val="0"/>
              </a:spcBef>
              <a:spcAft>
                <a:spcPts val="0"/>
              </a:spcAft>
              <a:buClr>
                <a:schemeClr val="dk1"/>
              </a:buClr>
              <a:buSzPts val="4000"/>
              <a:buFont typeface="Times New Roman" panose="02020603050405020304"/>
              <a:buChar char="❖"/>
            </a:pPr>
            <a:r>
              <a:rPr lang="en-US"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Problem Statement</a:t>
            </a:r>
            <a:endParaRPr sz="4000" dirty="0">
              <a:latin typeface="Times New Roman" panose="02020603050405020304"/>
              <a:ea typeface="Times New Roman" panose="02020603050405020304"/>
              <a:cs typeface="Times New Roman" panose="02020603050405020304"/>
              <a:sym typeface="Times New Roman" panose="02020603050405020304"/>
            </a:endParaRPr>
          </a:p>
          <a:p>
            <a:pPr marL="457200" marR="0" lvl="0" indent="-482600" algn="l" rtl="0">
              <a:lnSpc>
                <a:spcPct val="100000"/>
              </a:lnSpc>
              <a:spcBef>
                <a:spcPts val="0"/>
              </a:spcBef>
              <a:spcAft>
                <a:spcPts val="0"/>
              </a:spcAft>
              <a:buClr>
                <a:schemeClr val="dk1"/>
              </a:buClr>
              <a:buSzPts val="4000"/>
              <a:buFont typeface="Times New Roman" panose="02020603050405020304"/>
              <a:buChar char="❖"/>
            </a:pPr>
            <a:r>
              <a:rPr lang="en-US"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Objective</a:t>
            </a:r>
            <a:endParaRPr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482600" algn="l" rtl="0">
              <a:spcBef>
                <a:spcPts val="0"/>
              </a:spcBef>
              <a:spcAft>
                <a:spcPts val="0"/>
              </a:spcAft>
              <a:buClr>
                <a:schemeClr val="dk1"/>
              </a:buClr>
              <a:buSzPts val="4000"/>
              <a:buFont typeface="Times New Roman" panose="02020603050405020304"/>
              <a:buChar char="❖"/>
            </a:pPr>
            <a:r>
              <a:rPr lang="en-US"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Review of Existing System</a:t>
            </a:r>
            <a:endParaRPr sz="4000" dirty="0">
              <a:latin typeface="Times New Roman" panose="02020603050405020304"/>
              <a:ea typeface="Times New Roman" panose="02020603050405020304"/>
              <a:cs typeface="Times New Roman" panose="02020603050405020304"/>
              <a:sym typeface="Times New Roman" panose="02020603050405020304"/>
            </a:endParaRPr>
          </a:p>
          <a:p>
            <a:pPr marL="457200" marR="0" lvl="0" indent="-482600" algn="l" rtl="0">
              <a:spcBef>
                <a:spcPts val="0"/>
              </a:spcBef>
              <a:spcAft>
                <a:spcPts val="0"/>
              </a:spcAft>
              <a:buClr>
                <a:schemeClr val="dk1"/>
              </a:buClr>
              <a:buSzPts val="4000"/>
              <a:buFont typeface="Times New Roman" panose="02020603050405020304"/>
              <a:buChar char="❖"/>
            </a:pPr>
            <a:r>
              <a:rPr lang="en-US"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Proposed Solution</a:t>
            </a:r>
            <a:endParaRPr sz="4000" dirty="0">
              <a:latin typeface="Times New Roman" panose="02020603050405020304"/>
              <a:ea typeface="Times New Roman" panose="02020603050405020304"/>
              <a:cs typeface="Times New Roman" panose="02020603050405020304"/>
              <a:sym typeface="Times New Roman" panose="02020603050405020304"/>
            </a:endParaRPr>
          </a:p>
          <a:p>
            <a:pPr marL="457200" marR="0" lvl="0" indent="-482600" algn="l" rtl="0">
              <a:spcBef>
                <a:spcPts val="0"/>
              </a:spcBef>
              <a:spcAft>
                <a:spcPts val="0"/>
              </a:spcAft>
              <a:buClr>
                <a:schemeClr val="dk1"/>
              </a:buClr>
              <a:buSzPts val="4000"/>
              <a:buFont typeface="Times New Roman" panose="02020603050405020304"/>
              <a:buChar char="❖"/>
            </a:pPr>
            <a:r>
              <a:rPr lang="en-US"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Architecture</a:t>
            </a:r>
            <a:endParaRPr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482600" algn="l" rtl="0">
              <a:spcBef>
                <a:spcPts val="0"/>
              </a:spcBef>
              <a:spcAft>
                <a:spcPts val="0"/>
              </a:spcAft>
              <a:buClr>
                <a:schemeClr val="dk1"/>
              </a:buClr>
              <a:buSzPts val="4000"/>
              <a:buFont typeface="Times New Roman" panose="02020603050405020304"/>
              <a:buChar char="❖"/>
            </a:pPr>
            <a:r>
              <a:rPr lang="en-US"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Technologies and Tools/Components Required</a:t>
            </a:r>
            <a:endParaRPr sz="4000" dirty="0">
              <a:latin typeface="Times New Roman" panose="02020603050405020304"/>
              <a:ea typeface="Times New Roman" panose="02020603050405020304"/>
              <a:cs typeface="Times New Roman" panose="02020603050405020304"/>
              <a:sym typeface="Times New Roman" panose="02020603050405020304"/>
            </a:endParaRPr>
          </a:p>
          <a:p>
            <a:pPr marL="457200" marR="0" lvl="0" indent="-482600" algn="l" rtl="0">
              <a:lnSpc>
                <a:spcPct val="100000"/>
              </a:lnSpc>
              <a:spcBef>
                <a:spcPts val="0"/>
              </a:spcBef>
              <a:spcAft>
                <a:spcPts val="0"/>
              </a:spcAft>
              <a:buClr>
                <a:schemeClr val="dk1"/>
              </a:buClr>
              <a:buSzPts val="4000"/>
              <a:buFont typeface="Times New Roman" panose="02020603050405020304"/>
              <a:buChar char="❖"/>
            </a:pPr>
            <a:r>
              <a:rPr lang="en-US"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Conclusion</a:t>
            </a:r>
            <a:endParaRPr sz="40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01" name="Google Shape;101;p4"/>
          <p:cNvSpPr/>
          <p:nvPr/>
        </p:nvSpPr>
        <p:spPr>
          <a:xfrm>
            <a:off x="0" y="0"/>
            <a:ext cx="6851650" cy="0"/>
          </a:xfrm>
          <a:prstGeom prst="rect">
            <a:avLst/>
          </a:prstGeom>
          <a:solidFill>
            <a:srgbClr val="FFFFFF"/>
          </a:solid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000"/>
              <a:buFont typeface="Arial" panose="020B0604020202020204"/>
              <a:buNone/>
            </a:pPr>
            <a:r>
              <a:rPr lang="en-US" sz="1000" b="0" i="0" u="none" strike="noStrike" cap="none">
                <a:solidFill>
                  <a:schemeClr val="dk1"/>
                </a:solidFill>
                <a:latin typeface="Arial" panose="020B0604020202020204"/>
                <a:ea typeface="Arial" panose="020B0604020202020204"/>
                <a:cs typeface="Arial" panose="020B0604020202020204"/>
                <a:sym typeface="Arial" panose="020B0604020202020204"/>
              </a:rPr>
              <a:t>literature survey on automatic street light system iot project</a:t>
            </a:r>
            <a:endParaRPr lang="en-US" sz="1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000"/>
              <a:buFont typeface="Arial" panose="020B0604020202020204"/>
              <a:buNone/>
            </a:pPr>
            <a:br>
              <a:rPr lang="en-US" sz="1000" b="0" i="0" u="none" strike="noStrike" cap="none">
                <a:solidFill>
                  <a:schemeClr val="dk1"/>
                </a:solidFill>
                <a:latin typeface="Arial" panose="020B0604020202020204"/>
                <a:ea typeface="Arial" panose="020B0604020202020204"/>
                <a:cs typeface="Arial" panose="020B0604020202020204"/>
                <a:sym typeface="Arial" panose="020B0604020202020204"/>
              </a:rPr>
            </a:b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p:nvPr/>
        </p:nvSpPr>
        <p:spPr>
          <a:xfrm>
            <a:off x="17410684" y="10037762"/>
            <a:ext cx="205104" cy="403860"/>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None/>
            </a:pPr>
            <a:r>
              <a:rPr lang="en-US" sz="3150">
                <a:solidFill>
                  <a:srgbClr val="FFFFFF"/>
                </a:solidFill>
                <a:latin typeface="Calibri" panose="020F0502020204030204"/>
                <a:ea typeface="Calibri" panose="020F0502020204030204"/>
                <a:cs typeface="Calibri" panose="020F0502020204030204"/>
                <a:sym typeface="Calibri" panose="020F0502020204030204"/>
              </a:rPr>
              <a:t>5</a:t>
            </a:r>
            <a:endParaRPr sz="315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0" name="Google Shape;120;p5"/>
          <p:cNvSpPr txBox="1">
            <a:spLocks noGrp="1"/>
          </p:cNvSpPr>
          <p:nvPr>
            <p:ph type="title"/>
          </p:nvPr>
        </p:nvSpPr>
        <p:spPr>
          <a:xfrm>
            <a:off x="573785" y="513447"/>
            <a:ext cx="4337717" cy="752119"/>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4800" b="0" i="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1.ABSTRACT</a:t>
            </a:r>
            <a:endParaRPr sz="480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 name="Rectangle 1"/>
          <p:cNvSpPr>
            <a:spLocks noChangeArrowheads="1"/>
          </p:cNvSpPr>
          <p:nvPr/>
        </p:nvSpPr>
        <p:spPr bwMode="auto">
          <a:xfrm>
            <a:off x="573785" y="1920240"/>
            <a:ext cx="16312135" cy="5908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defTabSz="914400" eaLnBrk="0" fontAlgn="base" hangingPunct="0">
              <a:spcBef>
                <a:spcPct val="0"/>
              </a:spcBef>
              <a:spcAft>
                <a:spcPct val="0"/>
              </a:spcAft>
            </a:pPr>
            <a:r>
              <a:rPr lang="en-US" altLang="en-US" sz="3600" dirty="0">
                <a:latin typeface="Times New Roman" panose="02020603050405020304" pitchFamily="18" charset="0"/>
                <a:cs typeface="Times New Roman" panose="02020603050405020304" pitchFamily="18" charset="0"/>
              </a:rPr>
              <a:t> G</a:t>
            </a:r>
            <a:r>
              <a:rPr lang="en-IN" sz="3600" kern="100" dirty="0">
                <a:solidFill>
                  <a:srgbClr val="000000"/>
                </a:solidFill>
                <a:effectLst/>
                <a:latin typeface="Times New Roman" panose="02020603050405020304" pitchFamily="18" charset="0"/>
                <a:ea typeface="Times New Roman" panose="02020603050405020304" pitchFamily="18" charset="0"/>
              </a:rPr>
              <a:t>as leakage alert system using gas sensor and Arduino uno. Gas leakage is a serious hazard that can lead to explosions, poisoning, and severe environmental damage. This project aims to design and implement a gas leakage detection and alert system using an MQ-series gas sensor, Arduino UNO, and a GSM module. When the sensor detects a gas concentration exceeding a predefined threshold, the Arduino processes the data and triggers an alert. The system then sends an SMS notification and makes an emergency call to predefined contacts, such as homeowners, safety officers, or emergency services. This real-time alert mechanism enhances safety by enabling quick responses to gas leaks in homes, industries, and laboratories. The system is cost-effective, easy to implement, and scalable for various applications.</a:t>
            </a:r>
            <a:endParaRPr lang="en-IN" sz="3600" kern="100" dirty="0">
              <a:solidFill>
                <a:srgbClr val="000000"/>
              </a:solidFill>
              <a:effectLst/>
              <a:latin typeface="Times New Roman" panose="02020603050405020304" pitchFamily="18" charset="0"/>
              <a:ea typeface="Times New Roman" panose="02020603050405020304" pitchFamily="18" charset="0"/>
            </a:endParaRPr>
          </a:p>
          <a:p>
            <a:pPr algn="just" defTabSz="91440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6"/>
          <p:cNvSpPr txBox="1"/>
          <p:nvPr/>
        </p:nvSpPr>
        <p:spPr>
          <a:xfrm>
            <a:off x="17410684" y="10037762"/>
            <a:ext cx="205104" cy="403860"/>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None/>
            </a:pPr>
            <a:r>
              <a:rPr lang="en-US" sz="3150">
                <a:solidFill>
                  <a:srgbClr val="FFFFFF"/>
                </a:solidFill>
                <a:latin typeface="Calibri" panose="020F0502020204030204"/>
                <a:ea typeface="Calibri" panose="020F0502020204030204"/>
                <a:cs typeface="Calibri" panose="020F0502020204030204"/>
                <a:sym typeface="Calibri" panose="020F0502020204030204"/>
              </a:rPr>
              <a:t>7</a:t>
            </a:r>
            <a:endParaRPr sz="315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3" name="Google Shape;143;p6"/>
          <p:cNvSpPr txBox="1">
            <a:spLocks noGrp="1"/>
          </p:cNvSpPr>
          <p:nvPr>
            <p:ph type="title"/>
          </p:nvPr>
        </p:nvSpPr>
        <p:spPr>
          <a:xfrm>
            <a:off x="746070" y="323095"/>
            <a:ext cx="7864530" cy="1029118"/>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6600" b="0" i="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2.Introduction</a:t>
            </a:r>
            <a:endParaRPr sz="660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47" name="Google Shape;147;p6"/>
          <p:cNvSpPr txBox="1"/>
          <p:nvPr/>
        </p:nvSpPr>
        <p:spPr>
          <a:xfrm>
            <a:off x="1357246" y="7037985"/>
            <a:ext cx="17421300" cy="1268024"/>
          </a:xfrm>
          <a:prstGeom prst="rect">
            <a:avLst/>
          </a:prstGeom>
          <a:noFill/>
          <a:ln>
            <a:noFill/>
          </a:ln>
        </p:spPr>
        <p:txBody>
          <a:bodyPr spcFirstLastPara="1" wrap="square" lIns="0" tIns="15225" rIns="0" bIns="0" anchor="t" anchorCtr="0">
            <a:spAutoFit/>
          </a:bodyPr>
          <a:lstStyle/>
          <a:p>
            <a:pPr marL="12700" lvl="0" indent="-12700" algn="l" rtl="0">
              <a:lnSpc>
                <a:spcPct val="115000"/>
              </a:lnSpc>
              <a:spcBef>
                <a:spcPts val="0"/>
              </a:spcBef>
              <a:spcAft>
                <a:spcPts val="0"/>
              </a:spcAft>
              <a:buClr>
                <a:schemeClr val="dk1"/>
              </a:buClr>
              <a:buSzPts val="1100"/>
              <a:buFont typeface="Arial" panose="020B0604020202020204"/>
              <a:buNone/>
            </a:pPr>
            <a:r>
              <a:rPr lang="en-IN" sz="3600" dirty="0">
                <a:solidFill>
                  <a:schemeClr val="dk1"/>
                </a:solidFill>
              </a:rPr>
              <a:t> </a:t>
            </a:r>
            <a:endParaRPr sz="3600" dirty="0">
              <a:solidFill>
                <a:schemeClr val="dk1"/>
              </a:solidFill>
              <a:latin typeface="Calibri" panose="020F0502020204030204"/>
              <a:ea typeface="Calibri" panose="020F0502020204030204"/>
              <a:cs typeface="Calibri" panose="020F0502020204030204"/>
              <a:sym typeface="Calibri" panose="020F0502020204030204"/>
            </a:endParaRPr>
          </a:p>
          <a:p>
            <a:pPr marL="12700" marR="5080" lvl="0" indent="0" algn="just" rtl="0">
              <a:lnSpc>
                <a:spcPct val="100000"/>
              </a:lnSpc>
              <a:spcBef>
                <a:spcPts val="15"/>
              </a:spcBef>
              <a:spcAft>
                <a:spcPts val="0"/>
              </a:spcAft>
              <a:buNone/>
            </a:pPr>
            <a:endParaRPr sz="4000" dirty="0">
              <a:solidFill>
                <a:srgbClr val="28282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Rectangle 1"/>
          <p:cNvSpPr>
            <a:spLocks noChangeArrowheads="1"/>
          </p:cNvSpPr>
          <p:nvPr/>
        </p:nvSpPr>
        <p:spPr bwMode="auto">
          <a:xfrm>
            <a:off x="609722" y="1607820"/>
            <a:ext cx="16474318" cy="7477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3200" b="1" i="0" u="none" strike="noStrike" cap="none" normalizeH="0" baseline="0" dirty="0">
                <a:ln>
                  <a:noFill/>
                </a:ln>
                <a:solidFill>
                  <a:schemeClr val="tx1"/>
                </a:solidFill>
                <a:effectLst/>
                <a:latin typeface="Arial" panose="020B0604020202020204" pitchFamily="34" charset="0"/>
              </a:rPr>
              <a:t>Purpose</a:t>
            </a:r>
            <a:r>
              <a:rPr kumimoji="0" lang="en-US" altLang="en-US" sz="3200" b="0" i="0" u="none" strike="noStrike" cap="none" normalizeH="0" baseline="0" dirty="0">
                <a:ln>
                  <a:noFill/>
                </a:ln>
                <a:solidFill>
                  <a:schemeClr val="tx1"/>
                </a:solidFill>
                <a:effectLst/>
                <a:latin typeface="Arial" panose="020B0604020202020204" pitchFamily="34" charset="0"/>
              </a:rPr>
              <a:t>: GAS LEAKAGE ALERT SYSTEM is a gas safety monitoring system designed to detect hazardous gases in various environments.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3200" b="1" i="0" u="none" strike="noStrike" cap="none" normalizeH="0" baseline="0" dirty="0">
                <a:ln>
                  <a:noFill/>
                </a:ln>
                <a:solidFill>
                  <a:schemeClr val="tx1"/>
                </a:solidFill>
                <a:effectLst/>
                <a:latin typeface="Arial" panose="020B0604020202020204" pitchFamily="34" charset="0"/>
              </a:rPr>
              <a:t>Target Gases</a:t>
            </a:r>
            <a:r>
              <a:rPr kumimoji="0" lang="en-US" altLang="en-US" sz="3200" b="0" i="0" u="none" strike="noStrike" cap="none" normalizeH="0" baseline="0" dirty="0">
                <a:ln>
                  <a:noFill/>
                </a:ln>
                <a:solidFill>
                  <a:schemeClr val="tx1"/>
                </a:solidFill>
                <a:effectLst/>
                <a:latin typeface="Arial" panose="020B0604020202020204" pitchFamily="34" charset="0"/>
              </a:rPr>
              <a:t>: It detects gases like carbon monoxide (CO), carbon dioxide (CO2), methane (CH4), oxygen (O2), and more.</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3200" b="1" i="0" u="none" strike="noStrike" cap="none" normalizeH="0" baseline="0" dirty="0">
                <a:ln>
                  <a:noFill/>
                </a:ln>
                <a:solidFill>
                  <a:schemeClr val="tx1"/>
                </a:solidFill>
                <a:effectLst/>
                <a:latin typeface="Arial" panose="020B0604020202020204" pitchFamily="34" charset="0"/>
              </a:rPr>
              <a:t>Real-time Monitoring</a:t>
            </a:r>
            <a:r>
              <a:rPr kumimoji="0" lang="en-US" altLang="en-US" sz="3200" b="0" i="0" u="none" strike="noStrike" cap="none" normalizeH="0" baseline="0" dirty="0">
                <a:ln>
                  <a:noFill/>
                </a:ln>
                <a:solidFill>
                  <a:schemeClr val="tx1"/>
                </a:solidFill>
                <a:effectLst/>
                <a:latin typeface="Arial" panose="020B0604020202020204" pitchFamily="34" charset="0"/>
              </a:rPr>
              <a:t>: Provides continuous, real-time monitoring with instant alerts for unsafe gas levels.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3200" b="1" i="0" u="none" strike="noStrike" cap="none" normalizeH="0" baseline="0" dirty="0">
                <a:ln>
                  <a:noFill/>
                </a:ln>
                <a:solidFill>
                  <a:schemeClr val="tx1"/>
                </a:solidFill>
                <a:effectLst/>
                <a:latin typeface="Arial" panose="020B0604020202020204" pitchFamily="34" charset="0"/>
              </a:rPr>
              <a:t>Advanced Sensors</a:t>
            </a:r>
            <a:r>
              <a:rPr kumimoji="0" lang="en-US" altLang="en-US" sz="3200" b="0" i="0" u="none" strike="noStrike" cap="none" normalizeH="0" baseline="0" dirty="0">
                <a:ln>
                  <a:noFill/>
                </a:ln>
                <a:solidFill>
                  <a:schemeClr val="tx1"/>
                </a:solidFill>
                <a:effectLst/>
                <a:latin typeface="Arial" panose="020B0604020202020204" pitchFamily="34" charset="0"/>
              </a:rPr>
              <a:t>: Uses precise and reliable sensors for accurate gas detection.</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3200" b="1" i="0" u="none" strike="noStrike" cap="none" normalizeH="0" baseline="0" dirty="0">
                <a:ln>
                  <a:noFill/>
                </a:ln>
                <a:solidFill>
                  <a:schemeClr val="tx1"/>
                </a:solidFill>
                <a:effectLst/>
                <a:latin typeface="Arial" panose="020B0604020202020204" pitchFamily="34" charset="0"/>
              </a:rPr>
              <a:t>User-friendly Interface</a:t>
            </a:r>
            <a:r>
              <a:rPr kumimoji="0" lang="en-US" altLang="en-US" sz="3200" b="0" i="0" u="none" strike="noStrike" cap="none" normalizeH="0" baseline="0" dirty="0">
                <a:ln>
                  <a:noFill/>
                </a:ln>
                <a:solidFill>
                  <a:schemeClr val="tx1"/>
                </a:solidFill>
                <a:effectLst/>
                <a:latin typeface="Arial" panose="020B0604020202020204" pitchFamily="34" charset="0"/>
              </a:rPr>
              <a:t>: Easy-to-use system for monitoring and managing gas levels.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3200" b="1" i="0" u="none" strike="noStrike" cap="none" normalizeH="0" baseline="0" dirty="0">
                <a:ln>
                  <a:noFill/>
                </a:ln>
                <a:solidFill>
                  <a:schemeClr val="tx1"/>
                </a:solidFill>
                <a:effectLst/>
                <a:latin typeface="Arial" panose="020B0604020202020204" pitchFamily="34" charset="0"/>
              </a:rPr>
              <a:t>Remote Access</a:t>
            </a:r>
            <a:r>
              <a:rPr kumimoji="0" lang="en-US" altLang="en-US" sz="3200" b="0" i="0" u="none" strike="noStrike" cap="none" normalizeH="0" baseline="0" dirty="0">
                <a:ln>
                  <a:noFill/>
                </a:ln>
                <a:solidFill>
                  <a:schemeClr val="tx1"/>
                </a:solidFill>
                <a:effectLst/>
                <a:latin typeface="Arial" panose="020B0604020202020204" pitchFamily="34" charset="0"/>
              </a:rPr>
              <a:t>: Allows remote monitoring and alert notifications from anywhere.</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3200" b="1" i="0" u="none" strike="noStrike" cap="none" normalizeH="0" baseline="0" dirty="0">
                <a:ln>
                  <a:noFill/>
                </a:ln>
                <a:solidFill>
                  <a:schemeClr val="tx1"/>
                </a:solidFill>
                <a:effectLst/>
                <a:latin typeface="Arial" panose="020B0604020202020204" pitchFamily="34" charset="0"/>
              </a:rPr>
              <a:t>Automatic Calibration</a:t>
            </a:r>
            <a:r>
              <a:rPr kumimoji="0" lang="en-US" altLang="en-US" sz="3200" b="0" i="0" u="none" strike="noStrike" cap="none" normalizeH="0" baseline="0" dirty="0">
                <a:ln>
                  <a:noFill/>
                </a:ln>
                <a:solidFill>
                  <a:schemeClr val="tx1"/>
                </a:solidFill>
                <a:effectLst/>
                <a:latin typeface="Arial" panose="020B0604020202020204" pitchFamily="34" charset="0"/>
              </a:rPr>
              <a:t>: Ensures accurate operation with minimal manual intervention.</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3200" b="1" i="0" u="none" strike="noStrike" cap="none" normalizeH="0" baseline="0" dirty="0">
                <a:ln>
                  <a:noFill/>
                </a:ln>
                <a:solidFill>
                  <a:schemeClr val="tx1"/>
                </a:solidFill>
                <a:effectLst/>
                <a:latin typeface="Arial" panose="020B0604020202020204" pitchFamily="34" charset="0"/>
              </a:rPr>
              <a:t>Industry Integration</a:t>
            </a:r>
            <a:r>
              <a:rPr kumimoji="0" lang="en-US" altLang="en-US" sz="3200" b="0" i="0" u="none" strike="noStrike" cap="none" normalizeH="0" baseline="0" dirty="0">
                <a:ln>
                  <a:noFill/>
                </a:ln>
                <a:solidFill>
                  <a:schemeClr val="tx1"/>
                </a:solidFill>
                <a:effectLst/>
                <a:latin typeface="Arial" panose="020B0604020202020204" pitchFamily="34" charset="0"/>
              </a:rPr>
              <a:t>: Integrates smoothly with existing safety infrastructure and protocols.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3200" b="1" i="0" u="none" strike="noStrike" cap="none" normalizeH="0" baseline="0" dirty="0">
                <a:ln>
                  <a:noFill/>
                </a:ln>
                <a:solidFill>
                  <a:schemeClr val="tx1"/>
                </a:solidFill>
                <a:effectLst/>
                <a:latin typeface="Arial" panose="020B0604020202020204" pitchFamily="34" charset="0"/>
              </a:rPr>
              <a:t>Regulatory Compliance</a:t>
            </a:r>
            <a:r>
              <a:rPr kumimoji="0" lang="en-US" altLang="en-US" sz="3200" b="0" i="0" u="none" strike="noStrike" cap="none" normalizeH="0" baseline="0" dirty="0">
                <a:ln>
                  <a:noFill/>
                </a:ln>
                <a:solidFill>
                  <a:schemeClr val="tx1"/>
                </a:solidFill>
                <a:effectLst/>
                <a:latin typeface="Arial" panose="020B0604020202020204" pitchFamily="34" charset="0"/>
              </a:rPr>
              <a:t>: Helps organizations meet safety regulations and standards.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3200" b="1" i="0" u="none" strike="noStrike" cap="none" normalizeH="0" baseline="0" dirty="0">
                <a:ln>
                  <a:noFill/>
                </a:ln>
                <a:solidFill>
                  <a:schemeClr val="tx1"/>
                </a:solidFill>
                <a:effectLst/>
                <a:latin typeface="Arial" panose="020B0604020202020204" pitchFamily="34" charset="0"/>
              </a:rPr>
              <a:t>Applications</a:t>
            </a:r>
            <a:r>
              <a:rPr kumimoji="0" lang="en-US" altLang="en-US" sz="3200" b="0" i="0" u="none" strike="noStrike" cap="none" normalizeH="0" baseline="0" dirty="0">
                <a:ln>
                  <a:noFill/>
                </a:ln>
                <a:solidFill>
                  <a:schemeClr val="tx1"/>
                </a:solidFill>
                <a:effectLst/>
                <a:latin typeface="Arial" panose="020B0604020202020204" pitchFamily="34" charset="0"/>
              </a:rPr>
              <a:t>: Suitable for industrial, commercial, and residential environments, enhancing overall safety.</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333abf058f7_0_9"/>
          <p:cNvSpPr txBox="1"/>
          <p:nvPr/>
        </p:nvSpPr>
        <p:spPr>
          <a:xfrm>
            <a:off x="17410684" y="10037762"/>
            <a:ext cx="205200" cy="464100"/>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None/>
            </a:pPr>
            <a:r>
              <a:rPr lang="en-US" sz="3150">
                <a:solidFill>
                  <a:srgbClr val="FFFFFF"/>
                </a:solidFill>
                <a:latin typeface="Calibri" panose="020F0502020204030204"/>
                <a:ea typeface="Calibri" panose="020F0502020204030204"/>
                <a:cs typeface="Calibri" panose="020F0502020204030204"/>
                <a:sym typeface="Calibri" panose="020F0502020204030204"/>
              </a:rPr>
              <a:t>7</a:t>
            </a:r>
            <a:endParaRPr sz="315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54" name="Google Shape;154;g333abf058f7_0_9"/>
          <p:cNvPicPr preferRelativeResize="0"/>
          <p:nvPr/>
        </p:nvPicPr>
        <p:blipFill rotWithShape="1">
          <a:blip r:embed="rId1"/>
          <a:srcRect/>
          <a:stretch>
            <a:fillRect/>
          </a:stretch>
        </p:blipFill>
        <p:spPr>
          <a:xfrm>
            <a:off x="0" y="9547859"/>
            <a:ext cx="15114271" cy="1142999"/>
          </a:xfrm>
          <a:prstGeom prst="rect">
            <a:avLst/>
          </a:prstGeom>
          <a:noFill/>
          <a:ln>
            <a:noFill/>
          </a:ln>
        </p:spPr>
      </p:pic>
      <p:sp>
        <p:nvSpPr>
          <p:cNvPr id="166" name="Google Shape;166;g333abf058f7_0_9"/>
          <p:cNvSpPr txBox="1">
            <a:spLocks noGrp="1"/>
          </p:cNvSpPr>
          <p:nvPr>
            <p:ph type="title"/>
          </p:nvPr>
        </p:nvSpPr>
        <p:spPr>
          <a:xfrm>
            <a:off x="872848" y="746832"/>
            <a:ext cx="11212471" cy="844452"/>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5400" b="0" i="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3. Problem statement</a:t>
            </a:r>
            <a:endParaRPr sz="540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70" name="Google Shape;170;g333abf058f7_0_9"/>
          <p:cNvSpPr txBox="1"/>
          <p:nvPr/>
        </p:nvSpPr>
        <p:spPr>
          <a:xfrm>
            <a:off x="1172395" y="4717599"/>
            <a:ext cx="7348376" cy="1268024"/>
          </a:xfrm>
          <a:prstGeom prst="rect">
            <a:avLst/>
          </a:prstGeom>
          <a:noFill/>
          <a:ln>
            <a:noFill/>
          </a:ln>
        </p:spPr>
        <p:txBody>
          <a:bodyPr spcFirstLastPara="1" wrap="square" lIns="0" tIns="15225" rIns="0" bIns="0" anchor="t" anchorCtr="0">
            <a:spAutoFit/>
          </a:bodyPr>
          <a:lstStyle/>
          <a:p>
            <a:pPr marL="12700" lvl="0" indent="-12700" algn="just" rtl="0">
              <a:lnSpc>
                <a:spcPct val="115000"/>
              </a:lnSpc>
              <a:spcBef>
                <a:spcPts val="0"/>
              </a:spcBef>
              <a:spcAft>
                <a:spcPts val="0"/>
              </a:spcAft>
              <a:buClr>
                <a:schemeClr val="dk1"/>
              </a:buClr>
              <a:buSzPts val="1100"/>
              <a:buFont typeface="Arial" panose="020B0604020202020204"/>
              <a:buNone/>
            </a:pPr>
            <a:r>
              <a:rPr lang="en-IN" sz="3600" dirty="0">
                <a:solidFill>
                  <a:schemeClr val="dk1"/>
                </a:solidFill>
                <a:latin typeface="Times New Roman" panose="02020603050405020304" pitchFamily="18" charset="0"/>
                <a:cs typeface="Times New Roman" panose="02020603050405020304" pitchFamily="18" charset="0"/>
              </a:rPr>
              <a:t> </a:t>
            </a:r>
            <a:endParaRPr sz="36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12700" marR="5080" lvl="0" indent="0" algn="just" rtl="0">
              <a:lnSpc>
                <a:spcPct val="100000"/>
              </a:lnSpc>
              <a:spcBef>
                <a:spcPts val="15"/>
              </a:spcBef>
              <a:spcAft>
                <a:spcPts val="0"/>
              </a:spcAft>
              <a:buNone/>
            </a:pPr>
            <a:endParaRPr sz="4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Rectangle 1"/>
          <p:cNvSpPr>
            <a:spLocks noChangeArrowheads="1"/>
          </p:cNvSpPr>
          <p:nvPr/>
        </p:nvSpPr>
        <p:spPr bwMode="auto">
          <a:xfrm>
            <a:off x="872848" y="2367239"/>
            <a:ext cx="17111139" cy="2553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GAS LEAKAGE ALERT SYSTEM project aims to address the critical safety risks posed by hazardous gas leaks in various environments by providing an accurate, real-time, and automated gas detection system to ensure timely response and regulatory compliance</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33abf058f7_0_76"/>
          <p:cNvSpPr txBox="1"/>
          <p:nvPr/>
        </p:nvSpPr>
        <p:spPr>
          <a:xfrm>
            <a:off x="17410684" y="10037762"/>
            <a:ext cx="205200" cy="464100"/>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None/>
            </a:pPr>
            <a:r>
              <a:rPr lang="en-US" sz="3150">
                <a:solidFill>
                  <a:srgbClr val="FFFFFF"/>
                </a:solidFill>
                <a:latin typeface="Calibri" panose="020F0502020204030204"/>
                <a:ea typeface="Calibri" panose="020F0502020204030204"/>
                <a:cs typeface="Calibri" panose="020F0502020204030204"/>
                <a:sym typeface="Calibri" panose="020F0502020204030204"/>
              </a:rPr>
              <a:t>7</a:t>
            </a:r>
            <a:endParaRPr sz="315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77" name="Google Shape;177;g333abf058f7_0_76"/>
          <p:cNvPicPr preferRelativeResize="0"/>
          <p:nvPr/>
        </p:nvPicPr>
        <p:blipFill rotWithShape="1">
          <a:blip r:embed="rId1"/>
          <a:srcRect/>
          <a:stretch>
            <a:fillRect/>
          </a:stretch>
        </p:blipFill>
        <p:spPr>
          <a:xfrm>
            <a:off x="0" y="9547859"/>
            <a:ext cx="15114271" cy="1142999"/>
          </a:xfrm>
          <a:prstGeom prst="rect">
            <a:avLst/>
          </a:prstGeom>
          <a:noFill/>
          <a:ln>
            <a:noFill/>
          </a:ln>
        </p:spPr>
      </p:pic>
      <p:sp>
        <p:nvSpPr>
          <p:cNvPr id="189" name="Google Shape;189;g333abf058f7_0_76"/>
          <p:cNvSpPr txBox="1">
            <a:spLocks noGrp="1"/>
          </p:cNvSpPr>
          <p:nvPr>
            <p:ph type="title"/>
          </p:nvPr>
        </p:nvSpPr>
        <p:spPr>
          <a:xfrm>
            <a:off x="-1335866" y="467802"/>
            <a:ext cx="8512289" cy="844452"/>
          </a:xfrm>
          <a:prstGeom prst="rect">
            <a:avLst/>
          </a:prstGeom>
          <a:noFill/>
          <a:ln>
            <a:noFill/>
          </a:ln>
        </p:spPr>
        <p:txBody>
          <a:bodyPr spcFirstLastPara="1" wrap="square" lIns="0" tIns="13325" rIns="0" bIns="0" anchor="t" anchorCtr="0">
            <a:spAutoFit/>
          </a:bodyPr>
          <a:lstStyle/>
          <a:p>
            <a:pPr marL="12700" lvl="0" indent="0" algn="ctr" rtl="0">
              <a:lnSpc>
                <a:spcPct val="100000"/>
              </a:lnSpc>
              <a:spcBef>
                <a:spcPts val="0"/>
              </a:spcBef>
              <a:spcAft>
                <a:spcPts val="0"/>
              </a:spcAft>
              <a:buNone/>
            </a:pPr>
            <a:r>
              <a:rPr lang="en-US" sz="5400" b="0" i="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4. Objective</a:t>
            </a:r>
            <a:endParaRPr sz="540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 name="Rectangle 1"/>
          <p:cNvSpPr>
            <a:spLocks noChangeArrowheads="1"/>
          </p:cNvSpPr>
          <p:nvPr/>
        </p:nvSpPr>
        <p:spPr bwMode="auto">
          <a:xfrm>
            <a:off x="772028" y="4526302"/>
            <a:ext cx="15114271" cy="1144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just" defTabSz="914400" rtl="0" eaLnBrk="0" fontAlgn="base" latinLnBrk="0" hangingPunct="0">
              <a:lnSpc>
                <a:spcPct val="90000"/>
              </a:lnSpc>
              <a:spcBef>
                <a:spcPct val="0"/>
              </a:spcBef>
              <a:spcAft>
                <a:spcPct val="0"/>
              </a:spcAft>
              <a:buClrTx/>
              <a:buSzTx/>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90000"/>
              </a:lnSpc>
              <a:spcBef>
                <a:spcPct val="0"/>
              </a:spcBef>
              <a:spcAft>
                <a:spcPct val="0"/>
              </a:spcAft>
              <a:buClrTx/>
              <a:buSzTx/>
              <a:buFontTx/>
              <a:buNone/>
            </a:pP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660837" y="1974834"/>
            <a:ext cx="17579035"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Gas Monitoring</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 continuous monitoring of hazardous gases in         various environments.</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Detection</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 precise and reliable detection of gases like CO, CO2, methane, and oxygen.</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Timely Alerts</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Deliver immediate notifications when gas levels reach unsafe thresholds.</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Safety Compliance</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 organizations meet safety regulations and standards related to gas monitoring.</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and Scalability</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Offer a scalable system that integrates easily into existing safety infrastructure.</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33abf058f7_0_54"/>
          <p:cNvSpPr txBox="1"/>
          <p:nvPr/>
        </p:nvSpPr>
        <p:spPr>
          <a:xfrm>
            <a:off x="17410684" y="10037762"/>
            <a:ext cx="205200" cy="464100"/>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None/>
            </a:pPr>
            <a:r>
              <a:rPr lang="en-US" sz="3150">
                <a:solidFill>
                  <a:srgbClr val="FFFFFF"/>
                </a:solidFill>
                <a:latin typeface="Calibri" panose="020F0502020204030204"/>
                <a:ea typeface="Calibri" panose="020F0502020204030204"/>
                <a:cs typeface="Calibri" panose="020F0502020204030204"/>
                <a:sym typeface="Calibri" panose="020F0502020204030204"/>
              </a:rPr>
              <a:t>7</a:t>
            </a:r>
            <a:endParaRPr sz="315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00" name="Google Shape;200;g333abf058f7_0_54"/>
          <p:cNvPicPr preferRelativeResize="0"/>
          <p:nvPr/>
        </p:nvPicPr>
        <p:blipFill rotWithShape="1">
          <a:blip r:embed="rId1"/>
          <a:srcRect/>
          <a:stretch>
            <a:fillRect/>
          </a:stretch>
        </p:blipFill>
        <p:spPr>
          <a:xfrm>
            <a:off x="0" y="9547859"/>
            <a:ext cx="15114271" cy="1142999"/>
          </a:xfrm>
          <a:prstGeom prst="rect">
            <a:avLst/>
          </a:prstGeom>
          <a:noFill/>
          <a:ln>
            <a:noFill/>
          </a:ln>
        </p:spPr>
      </p:pic>
      <p:sp>
        <p:nvSpPr>
          <p:cNvPr id="212" name="Google Shape;212;g333abf058f7_0_54"/>
          <p:cNvSpPr txBox="1">
            <a:spLocks noGrp="1"/>
          </p:cNvSpPr>
          <p:nvPr>
            <p:ph type="title"/>
          </p:nvPr>
        </p:nvSpPr>
        <p:spPr>
          <a:xfrm>
            <a:off x="429023" y="548324"/>
            <a:ext cx="11323446" cy="844452"/>
          </a:xfrm>
          <a:prstGeom prst="rect">
            <a:avLst/>
          </a:prstGeom>
          <a:noFill/>
          <a:ln>
            <a:noFill/>
          </a:ln>
        </p:spPr>
        <p:txBody>
          <a:bodyPr spcFirstLastPara="1" wrap="square" lIns="0" tIns="13325" rIns="0" bIns="0" anchor="t" anchorCtr="0">
            <a:spAutoFit/>
          </a:bodyPr>
          <a:lstStyle/>
          <a:p>
            <a:pPr marL="12700" lvl="0" indent="0" algn="ctr" rtl="0">
              <a:lnSpc>
                <a:spcPct val="100000"/>
              </a:lnSpc>
              <a:spcBef>
                <a:spcPts val="0"/>
              </a:spcBef>
              <a:spcAft>
                <a:spcPts val="0"/>
              </a:spcAft>
              <a:buNone/>
            </a:pPr>
            <a:r>
              <a:rPr lang="en-US" sz="5400" b="0" i="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5. Review of existing system</a:t>
            </a:r>
            <a:endParaRPr sz="540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16" name="Google Shape;216;g333abf058f7_0_54"/>
          <p:cNvSpPr txBox="1"/>
          <p:nvPr/>
        </p:nvSpPr>
        <p:spPr>
          <a:xfrm>
            <a:off x="903900" y="5307861"/>
            <a:ext cx="7836277" cy="2151343"/>
          </a:xfrm>
          <a:prstGeom prst="rect">
            <a:avLst/>
          </a:prstGeom>
          <a:noFill/>
          <a:ln>
            <a:noFill/>
          </a:ln>
        </p:spPr>
        <p:txBody>
          <a:bodyPr spcFirstLastPara="1" wrap="square" lIns="0" tIns="15225" rIns="0" bIns="0" anchor="t" anchorCtr="0">
            <a:spAutoFit/>
          </a:bodyPr>
          <a:lstStyle/>
          <a:p>
            <a:pPr marL="12700" marR="5080" lvl="0" indent="0" algn="just" rtl="0">
              <a:lnSpc>
                <a:spcPct val="100000"/>
              </a:lnSpc>
              <a:spcBef>
                <a:spcPts val="15"/>
              </a:spcBef>
              <a:spcAft>
                <a:spcPts val="0"/>
              </a:spcAft>
              <a:buNone/>
            </a:pPr>
            <a:endParaRPr lang="en-US" sz="40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30000"/>
              </a:lnSpc>
              <a:spcBef>
                <a:spcPts val="15"/>
              </a:spcBef>
              <a:spcAft>
                <a:spcPts val="0"/>
              </a:spcAft>
              <a:buNone/>
            </a:pPr>
            <a:r>
              <a:rPr lang="en-US" altLang="en-US" sz="3600" dirty="0">
                <a:solidFill>
                  <a:srgbClr val="282829"/>
                </a:solidFill>
                <a:latin typeface="Times New Roman" panose="02020603050405020304"/>
                <a:ea typeface="Times New Roman" panose="02020603050405020304"/>
                <a:cs typeface="Times New Roman" panose="02020603050405020304"/>
                <a:sym typeface="Times New Roman" panose="02020603050405020304"/>
              </a:rPr>
              <a:t>  </a:t>
            </a:r>
            <a:endParaRPr lang="en-US" altLang="en-US" sz="3600" dirty="0">
              <a:solidFill>
                <a:srgbClr val="282829"/>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30000"/>
              </a:lnSpc>
              <a:spcBef>
                <a:spcPts val="15"/>
              </a:spcBef>
              <a:spcAft>
                <a:spcPts val="0"/>
              </a:spcAft>
              <a:buNone/>
            </a:pPr>
            <a:endParaRPr lang="en-US" altLang="en-US" sz="4000" dirty="0">
              <a:solidFill>
                <a:srgbClr val="28282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Rectangle 1"/>
          <p:cNvSpPr>
            <a:spLocks noChangeArrowheads="1"/>
          </p:cNvSpPr>
          <p:nvPr/>
        </p:nvSpPr>
        <p:spPr bwMode="auto">
          <a:xfrm>
            <a:off x="597544" y="2630205"/>
            <a:ext cx="1701834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gas detection systems often face several limitations, including inaccurate gas readings, reliance on manual monitoring, and difficulties with integration into broader safety protocols. Many of these systems require frequent calibration and maintenance, increasing both time and cost. Additionally, real-time alerts may not be provided, delaying response to potential gas hazards. Furthermore, scalability is often an issue, as many systems are not adaptable to both small and large-scale environments. In contrast, the GASGUARD project offers an advanced solution by ensuring accurate detection, real-time notifications, seamless integration, and scalability, addressing the shortcomings of current systems and providing enhanced safety and reliability.</a:t>
            </a: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333abf058f7_0_142"/>
          <p:cNvSpPr txBox="1"/>
          <p:nvPr/>
        </p:nvSpPr>
        <p:spPr>
          <a:xfrm>
            <a:off x="17410684" y="10037762"/>
            <a:ext cx="205200" cy="464100"/>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None/>
            </a:pPr>
            <a:r>
              <a:rPr lang="en-US" sz="3150">
                <a:solidFill>
                  <a:srgbClr val="FFFFFF"/>
                </a:solidFill>
                <a:latin typeface="Calibri" panose="020F0502020204030204"/>
                <a:ea typeface="Calibri" panose="020F0502020204030204"/>
                <a:cs typeface="Calibri" panose="020F0502020204030204"/>
                <a:sym typeface="Calibri" panose="020F0502020204030204"/>
              </a:rPr>
              <a:t>7</a:t>
            </a:r>
            <a:endParaRPr sz="315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23" name="Google Shape;223;g333abf058f7_0_142"/>
          <p:cNvPicPr preferRelativeResize="0"/>
          <p:nvPr/>
        </p:nvPicPr>
        <p:blipFill rotWithShape="1">
          <a:blip r:embed="rId1"/>
          <a:srcRect/>
          <a:stretch>
            <a:fillRect/>
          </a:stretch>
        </p:blipFill>
        <p:spPr>
          <a:xfrm>
            <a:off x="0" y="9547859"/>
            <a:ext cx="15114271" cy="1142999"/>
          </a:xfrm>
          <a:prstGeom prst="rect">
            <a:avLst/>
          </a:prstGeom>
          <a:noFill/>
          <a:ln>
            <a:noFill/>
          </a:ln>
        </p:spPr>
      </p:pic>
      <p:sp>
        <p:nvSpPr>
          <p:cNvPr id="235" name="Google Shape;235;g333abf058f7_0_142"/>
          <p:cNvSpPr txBox="1">
            <a:spLocks noGrp="1"/>
          </p:cNvSpPr>
          <p:nvPr>
            <p:ph type="title"/>
          </p:nvPr>
        </p:nvSpPr>
        <p:spPr>
          <a:xfrm>
            <a:off x="-731258" y="233044"/>
            <a:ext cx="11841218" cy="936785"/>
          </a:xfrm>
          <a:prstGeom prst="rect">
            <a:avLst/>
          </a:prstGeom>
          <a:noFill/>
          <a:ln>
            <a:noFill/>
          </a:ln>
        </p:spPr>
        <p:txBody>
          <a:bodyPr spcFirstLastPara="1" wrap="square" lIns="0" tIns="13325" rIns="0" bIns="0" anchor="t" anchorCtr="0">
            <a:spAutoFit/>
          </a:bodyPr>
          <a:lstStyle/>
          <a:p>
            <a:pPr marL="12700" lvl="0" indent="0" algn="ctr" rtl="0">
              <a:lnSpc>
                <a:spcPct val="100000"/>
              </a:lnSpc>
              <a:spcBef>
                <a:spcPts val="0"/>
              </a:spcBef>
              <a:spcAft>
                <a:spcPts val="0"/>
              </a:spcAft>
              <a:buNone/>
            </a:pPr>
            <a:r>
              <a:rPr lang="en-US" sz="6000" b="0" i="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6. Proposed solution</a:t>
            </a:r>
            <a:endParaRPr sz="600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39" name="Google Shape;239;g333abf058f7_0_142"/>
          <p:cNvSpPr txBox="1"/>
          <p:nvPr/>
        </p:nvSpPr>
        <p:spPr>
          <a:xfrm>
            <a:off x="796924" y="2013691"/>
            <a:ext cx="16818960" cy="6943725"/>
          </a:xfrm>
          <a:prstGeom prst="rect">
            <a:avLst/>
          </a:prstGeom>
          <a:noFill/>
          <a:ln>
            <a:noFill/>
          </a:ln>
        </p:spPr>
        <p:txBody>
          <a:bodyPr spcFirstLastPara="1" wrap="square" lIns="0" tIns="15225" rIns="0" bIns="0" anchor="t" anchorCtr="0">
            <a:noAutofit/>
          </a:bodyPr>
          <a:lstStyle/>
          <a:p>
            <a:pPr marL="584200" marR="5080" lvl="0" indent="-571500" algn="just" rtl="0">
              <a:lnSpc>
                <a:spcPct val="80000"/>
              </a:lnSpc>
              <a:spcBef>
                <a:spcPts val="15"/>
              </a:spcBef>
              <a:spcAft>
                <a:spcPts val="0"/>
              </a:spcAf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The proposed GAS LEAKAGE ALERT SYYSTEM is an advanced gas detection and monitoring solution designed to provide real-time, accurate tracking of hazardous gas levels. Using state-of-the-art sensors, the system will continuously monitor gases like carbon monoxide, carbon dioxide, methane, and oxygen, alerting users instantly when unsafe gas concentrations are detected. GASGUARD will offer automated calibration, reducing manual intervention, and ensuring consistent accuracy. With a user-friendly interface and remote monitoring capabilities, the system can be seamlessly integrated into existing safety infrastructures, making it scalable for both small and large environments. This comprehensive solution aims to enhance safety, minimize risks, and ensure regulatory compliance across various industries</a:t>
            </a:r>
            <a:r>
              <a:rPr lang="en-US" sz="3600" dirty="0"/>
              <a:t>.</a:t>
            </a:r>
            <a:endParaRPr sz="3600" dirty="0">
              <a:solidFill>
                <a:srgbClr val="282829"/>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33abf058f7_0_32"/>
          <p:cNvSpPr txBox="1"/>
          <p:nvPr/>
        </p:nvSpPr>
        <p:spPr>
          <a:xfrm>
            <a:off x="17410684" y="10037762"/>
            <a:ext cx="205200" cy="464100"/>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None/>
            </a:pPr>
            <a:r>
              <a:rPr lang="en-US" sz="3150">
                <a:solidFill>
                  <a:srgbClr val="FFFFFF"/>
                </a:solidFill>
                <a:latin typeface="Calibri" panose="020F0502020204030204"/>
                <a:ea typeface="Calibri" panose="020F0502020204030204"/>
                <a:cs typeface="Calibri" panose="020F0502020204030204"/>
                <a:sym typeface="Calibri" panose="020F0502020204030204"/>
              </a:rPr>
              <a:t>7</a:t>
            </a:r>
            <a:endParaRPr sz="315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46" name="Google Shape;246;g333abf058f7_0_32"/>
          <p:cNvPicPr preferRelativeResize="0"/>
          <p:nvPr/>
        </p:nvPicPr>
        <p:blipFill rotWithShape="1">
          <a:blip r:embed="rId1"/>
          <a:srcRect/>
          <a:stretch>
            <a:fillRect/>
          </a:stretch>
        </p:blipFill>
        <p:spPr>
          <a:xfrm>
            <a:off x="0" y="9547859"/>
            <a:ext cx="15114271" cy="1142999"/>
          </a:xfrm>
          <a:prstGeom prst="rect">
            <a:avLst/>
          </a:prstGeom>
          <a:noFill/>
          <a:ln>
            <a:noFill/>
          </a:ln>
        </p:spPr>
      </p:pic>
      <p:sp>
        <p:nvSpPr>
          <p:cNvPr id="7" name="Title 6"/>
          <p:cNvSpPr>
            <a:spLocks noGrp="1"/>
          </p:cNvSpPr>
          <p:nvPr>
            <p:ph type="title"/>
          </p:nvPr>
        </p:nvSpPr>
        <p:spPr>
          <a:xfrm>
            <a:off x="1159087" y="445992"/>
            <a:ext cx="5140097" cy="747189"/>
          </a:xfrm>
          <a:solidFill>
            <a:schemeClr val="bg1"/>
          </a:solidFill>
        </p:spPr>
        <p:txBody>
          <a:bodyPr>
            <a:normAutofit/>
          </a:bodyPr>
          <a:lstStyle/>
          <a:p>
            <a:r>
              <a:rPr lang="en-IN" sz="4000" dirty="0">
                <a:solidFill>
                  <a:schemeClr val="tx1"/>
                </a:solidFill>
              </a:rPr>
              <a:t>ARCHITECTURE </a:t>
            </a:r>
            <a:r>
              <a:rPr lang="en-IN" sz="3600" dirty="0">
                <a:solidFill>
                  <a:schemeClr val="tx1"/>
                </a:solidFill>
              </a:rPr>
              <a:t> </a:t>
            </a:r>
            <a:endParaRPr lang="en-IN" sz="3600" dirty="0">
              <a:solidFill>
                <a:schemeClr val="tx1"/>
              </a:solidFill>
            </a:endParaRPr>
          </a:p>
        </p:txBody>
      </p:sp>
      <p:sp>
        <p:nvSpPr>
          <p:cNvPr id="9" name="Text Placeholder 8"/>
          <p:cNvSpPr>
            <a:spLocks noGrp="1"/>
          </p:cNvSpPr>
          <p:nvPr>
            <p:ph type="body" sz="half" idx="2"/>
          </p:nvPr>
        </p:nvSpPr>
        <p:spPr>
          <a:xfrm>
            <a:off x="1056218" y="1630680"/>
            <a:ext cx="6367127" cy="7789369"/>
          </a:xfrm>
        </p:spPr>
        <p:txBody>
          <a:bodyPr>
            <a:normAutofit/>
          </a:bodyPr>
          <a:lstStyle/>
          <a:p>
            <a:pPr algn="just"/>
            <a:r>
              <a:rPr lang="en-IN" sz="2800" dirty="0">
                <a:solidFill>
                  <a:schemeClr val="tx1"/>
                </a:solidFill>
                <a:latin typeface="Times New Roman" panose="02020603050405020304" pitchFamily="18" charset="0"/>
                <a:ea typeface="+mj-ea"/>
                <a:cs typeface="Times New Roman" panose="02020603050405020304" pitchFamily="18" charset="0"/>
              </a:rPr>
              <a:t> </a:t>
            </a:r>
            <a:endParaRPr lang="en-IN" sz="2800" dirty="0">
              <a:solidFill>
                <a:schemeClr val="tx1"/>
              </a:solidFill>
              <a:latin typeface="Times New Roman" panose="02020603050405020304" pitchFamily="18" charset="0"/>
              <a:ea typeface="+mj-ea"/>
              <a:cs typeface="Times New Roman" panose="02020603050405020304" pitchFamily="18" charset="0"/>
            </a:endParaRPr>
          </a:p>
        </p:txBody>
      </p:sp>
      <p:pic>
        <p:nvPicPr>
          <p:cNvPr id="2" name="Content Placeholder 1" descr="lohi"/>
          <p:cNvPicPr>
            <a:picLocks noChangeAspect="1"/>
          </p:cNvPicPr>
          <p:nvPr>
            <p:ph idx="1"/>
          </p:nvPr>
        </p:nvPicPr>
        <p:blipFill>
          <a:blip r:embed="rId2"/>
          <a:stretch>
            <a:fillRect/>
          </a:stretch>
        </p:blipFill>
        <p:spPr>
          <a:xfrm>
            <a:off x="7865110" y="2236470"/>
            <a:ext cx="10875010" cy="5441950"/>
          </a:xfrm>
          <a:prstGeom prst="rect">
            <a:avLst/>
          </a:prstGeom>
        </p:spPr>
      </p:pic>
      <p:sp>
        <p:nvSpPr>
          <p:cNvPr id="4" name="Rectangle 1"/>
          <p:cNvSpPr>
            <a:spLocks noChangeArrowheads="1"/>
          </p:cNvSpPr>
          <p:nvPr/>
        </p:nvSpPr>
        <p:spPr bwMode="auto">
          <a:xfrm>
            <a:off x="1056218" y="1463269"/>
            <a:ext cx="6539425" cy="8124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Here’s the architecture for the GAS LEAKAGE ALERT SYSTEM project in short, in points: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Gas Sensors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 hazardous gases (e.g., CO, CO2, methane, oxygen) in real-time.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 Processing Unit (CPU)</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Processes sensor data to determine if gas levels exceed safe limits.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Interface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 real-time gas concentrations and sends alerts via email, SMS, or app notifications.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Cloud-Based Platform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remote access, monitoring, and data storage for easy management.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Calibration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accuracy by reducing manual intervention and maintaining system performance.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Safety Systems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Seamlessly connects to existing safety protocols for a comprehensive safety solution.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7"/>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Design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Adaptable for both small and large environments, providing flexibility in deployment.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333abf058f7_0_120"/>
          <p:cNvSpPr txBox="1"/>
          <p:nvPr/>
        </p:nvSpPr>
        <p:spPr>
          <a:xfrm>
            <a:off x="17410684" y="10037762"/>
            <a:ext cx="205200" cy="464100"/>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None/>
            </a:pPr>
            <a:r>
              <a:rPr lang="en-US" sz="3150">
                <a:solidFill>
                  <a:srgbClr val="FFFFFF"/>
                </a:solidFill>
                <a:latin typeface="Calibri" panose="020F0502020204030204"/>
                <a:ea typeface="Calibri" panose="020F0502020204030204"/>
                <a:cs typeface="Calibri" panose="020F0502020204030204"/>
                <a:sym typeface="Calibri" panose="020F0502020204030204"/>
              </a:rPr>
              <a:t>7</a:t>
            </a:r>
            <a:endParaRPr sz="315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1" name="Google Shape;281;g333abf058f7_0_120"/>
          <p:cNvSpPr txBox="1">
            <a:spLocks noGrp="1"/>
          </p:cNvSpPr>
          <p:nvPr>
            <p:ph type="title"/>
          </p:nvPr>
        </p:nvSpPr>
        <p:spPr>
          <a:xfrm>
            <a:off x="-737134" y="335683"/>
            <a:ext cx="19390894" cy="752400"/>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4800" b="0" i="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8. Technologies and Tools/ Components Required</a:t>
            </a:r>
            <a:endParaRPr sz="480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92" name="Google Shape;292;g333abf058f7_0_120"/>
          <p:cNvSpPr txBox="1">
            <a:spLocks noGrp="1"/>
          </p:cNvSpPr>
          <p:nvPr>
            <p:ph type="sldNum" idx="12"/>
          </p:nvPr>
        </p:nvSpPr>
        <p:spPr>
          <a:xfrm>
            <a:off x="17334611" y="10092054"/>
            <a:ext cx="320100" cy="284700"/>
          </a:xfrm>
          <a:prstGeom prst="rect">
            <a:avLst/>
          </a:prstGeom>
          <a:noFill/>
          <a:ln>
            <a:noFill/>
          </a:ln>
        </p:spPr>
        <p:txBody>
          <a:bodyPr spcFirstLastPara="1" wrap="square" lIns="0" tIns="0" rIns="0" bIns="0" anchor="t" anchorCtr="0">
            <a:spAutoFit/>
          </a:bodyPr>
          <a:lstStyle/>
          <a:p>
            <a:pPr marL="38100" lvl="0" indent="0" algn="l" rtl="0">
              <a:lnSpc>
                <a:spcPct val="104000"/>
              </a:lnSpc>
              <a:spcBef>
                <a:spcPts val="0"/>
              </a:spcBef>
              <a:spcAft>
                <a:spcPts val="0"/>
              </a:spcAft>
              <a:buNone/>
            </a:pPr>
            <a:fld id="{00000000-1234-1234-1234-123412341234}" type="slidenum">
              <a:rPr lang="en-US"/>
            </a:fld>
            <a:endParaRPr lang="en-US"/>
          </a:p>
        </p:txBody>
      </p:sp>
      <p:sp>
        <p:nvSpPr>
          <p:cNvPr id="286" name="Google Shape;286;g333abf058f7_0_120"/>
          <p:cNvSpPr txBox="1"/>
          <p:nvPr/>
        </p:nvSpPr>
        <p:spPr>
          <a:xfrm>
            <a:off x="3692820" y="6200884"/>
            <a:ext cx="5278396" cy="24016278"/>
          </a:xfrm>
          <a:prstGeom prst="rect">
            <a:avLst/>
          </a:prstGeom>
          <a:noFill/>
          <a:ln>
            <a:noFill/>
          </a:ln>
        </p:spPr>
        <p:txBody>
          <a:bodyPr spcFirstLastPara="1" wrap="square" lIns="0" tIns="149225" rIns="0" bIns="0" anchor="t" anchorCtr="0">
            <a:noAutofit/>
          </a:bodyPr>
          <a:lstStyle/>
          <a:p>
            <a:pPr marL="583565" marR="0" lvl="0" indent="-571500" algn="just" rtl="0" fontAlgn="t">
              <a:lnSpc>
                <a:spcPct val="100000"/>
              </a:lnSpc>
              <a:spcBef>
                <a:spcPts val="1145"/>
              </a:spcBef>
              <a:spcAft>
                <a:spcPts val="0"/>
              </a:spcAft>
              <a:buClr>
                <a:schemeClr val="dk1"/>
              </a:buClr>
              <a:buSzPts val="1800"/>
              <a:buFont typeface="Arial" panose="020B0604020202020204" pitchFamily="34" charset="0"/>
              <a:buChar char="•"/>
            </a:pPr>
            <a:r>
              <a:rPr lang="en-US" altLang="en-US" sz="36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endParaRPr lang="en-US" altLang="en-US" sz="36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869315" marR="0" lvl="0" indent="-857250" algn="l" rtl="0" fontAlgn="t">
              <a:lnSpc>
                <a:spcPct val="100000"/>
              </a:lnSpc>
              <a:spcBef>
                <a:spcPts val="1145"/>
              </a:spcBef>
              <a:spcAft>
                <a:spcPts val="0"/>
              </a:spcAft>
              <a:buClr>
                <a:schemeClr val="dk1"/>
              </a:buClr>
              <a:buSzPts val="1800"/>
              <a:buFont typeface="+mj-lt"/>
              <a:buAutoNum type="romanUcPeriod"/>
            </a:pPr>
            <a:endParaRPr lang="en-US" altLang="en-US" sz="36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93" name="Google Shape;293;g333abf058f7_0_120"/>
          <p:cNvSpPr txBox="1"/>
          <p:nvPr/>
        </p:nvSpPr>
        <p:spPr>
          <a:xfrm>
            <a:off x="353700" y="1352933"/>
            <a:ext cx="15267300" cy="821733"/>
          </a:xfrm>
          <a:prstGeom prst="rect">
            <a:avLst/>
          </a:prstGeom>
          <a:noFill/>
          <a:ln>
            <a:noFill/>
          </a:ln>
        </p:spPr>
        <p:txBody>
          <a:bodyPr spcFirstLastPara="1" wrap="square" lIns="91425" tIns="91425" rIns="91425" bIns="91425" anchor="t" anchorCtr="0">
            <a:spAutoFit/>
          </a:bodyPr>
          <a:lstStyle/>
          <a:p>
            <a:pPr marL="12700" lvl="0" indent="-12700" algn="l" rtl="0">
              <a:lnSpc>
                <a:spcPct val="115000"/>
              </a:lnSpc>
              <a:spcBef>
                <a:spcPts val="0"/>
              </a:spcBef>
              <a:spcAft>
                <a:spcPts val="0"/>
              </a:spcAft>
              <a:buNone/>
            </a:pPr>
            <a:r>
              <a:rPr lang="en-US" sz="3600" dirty="0">
                <a:solidFill>
                  <a:schemeClr val="dk1"/>
                </a:solidFill>
              </a:rPr>
              <a:t> </a:t>
            </a:r>
            <a:endParaRPr sz="36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Rectangle 1"/>
          <p:cNvSpPr>
            <a:spLocks noChangeArrowheads="1"/>
          </p:cNvSpPr>
          <p:nvPr/>
        </p:nvSpPr>
        <p:spPr bwMode="auto">
          <a:xfrm>
            <a:off x="0" y="1353185"/>
            <a:ext cx="11543665" cy="7732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the GASGUARD project using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required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technologies, tools, and components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 Board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Arduino Uno, Arduino Mega) as the central processing unit to manage data and control sensors.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Gas Sensors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MQ series sensors like MQ-2, MQ-7, MQ-9) to detect gases like CO, CO2, methane, and LPG.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3"/>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Wi-Fi/Bluetooth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ESP8266, ESP32, or HC-05 Bluetooth) for communication and sending alerts remotely.</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4"/>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OLED/LCD Display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display real-time gas levels locally on the device.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5"/>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Relay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control external devices like ventilation systems or alarms when unsafe gas levels are detected.</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6"/>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Supply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Batteries or a 5V adapter to power the Arduino and sensors.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7"/>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Buzzer/LED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local alerts, indicating when dangerous gas levels are detected.</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8"/>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Integration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of services like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ThingSpeak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Blynk for cloud-based data storage and remote monitoring.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9"/>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System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Twilio API for SMS notifications or Firebase for push notifications) to send alerts to users when unsafe levels are detected.</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10"/>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Cables &amp; Connectors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wiring sensors and modules to the Arduino board.</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components, combined with Arduino programming, provide an efficient, cost-effective solution for real-time gas monitoring and alerting in the GASGUARD project.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Picture 7" descr="lilly"/>
          <p:cNvPicPr>
            <a:picLocks noChangeAspect="1"/>
          </p:cNvPicPr>
          <p:nvPr/>
        </p:nvPicPr>
        <p:blipFill>
          <a:blip r:embed="rId1"/>
          <a:stretch>
            <a:fillRect/>
          </a:stretch>
        </p:blipFill>
        <p:spPr>
          <a:xfrm>
            <a:off x="11725910" y="3060700"/>
            <a:ext cx="7163435" cy="4572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333abf058f7_0_98"/>
          <p:cNvSpPr txBox="1"/>
          <p:nvPr/>
        </p:nvSpPr>
        <p:spPr>
          <a:xfrm>
            <a:off x="17410684" y="10037762"/>
            <a:ext cx="205200" cy="464100"/>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None/>
            </a:pPr>
            <a:r>
              <a:rPr lang="en-US" sz="3150">
                <a:solidFill>
                  <a:srgbClr val="FFFFFF"/>
                </a:solidFill>
                <a:latin typeface="Calibri" panose="020F0502020204030204"/>
                <a:ea typeface="Calibri" panose="020F0502020204030204"/>
                <a:cs typeface="Calibri" panose="020F0502020204030204"/>
                <a:sym typeface="Calibri" panose="020F0502020204030204"/>
              </a:rPr>
              <a:t>7</a:t>
            </a:r>
            <a:endParaRPr sz="315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00" name="Google Shape;300;g333abf058f7_0_98"/>
          <p:cNvPicPr preferRelativeResize="0"/>
          <p:nvPr/>
        </p:nvPicPr>
        <p:blipFill rotWithShape="1">
          <a:blip r:embed="rId1"/>
          <a:srcRect/>
          <a:stretch>
            <a:fillRect/>
          </a:stretch>
        </p:blipFill>
        <p:spPr>
          <a:xfrm>
            <a:off x="0" y="9547859"/>
            <a:ext cx="15114271" cy="1142999"/>
          </a:xfrm>
          <a:prstGeom prst="rect">
            <a:avLst/>
          </a:prstGeom>
          <a:noFill/>
          <a:ln>
            <a:noFill/>
          </a:ln>
        </p:spPr>
      </p:pic>
      <p:sp>
        <p:nvSpPr>
          <p:cNvPr id="312" name="Google Shape;312;g333abf058f7_0_98"/>
          <p:cNvSpPr txBox="1">
            <a:spLocks noGrp="1"/>
          </p:cNvSpPr>
          <p:nvPr>
            <p:ph type="title"/>
          </p:nvPr>
        </p:nvSpPr>
        <p:spPr>
          <a:xfrm>
            <a:off x="-1402080" y="722898"/>
            <a:ext cx="9799320" cy="844452"/>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5400" b="0" i="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9. Conclusion</a:t>
            </a:r>
            <a:endParaRPr sz="5400"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316" name="Google Shape;316;g333abf058f7_0_98"/>
          <p:cNvSpPr txBox="1"/>
          <p:nvPr/>
        </p:nvSpPr>
        <p:spPr>
          <a:xfrm>
            <a:off x="1580242" y="3473402"/>
            <a:ext cx="7790362" cy="2252909"/>
          </a:xfrm>
          <a:prstGeom prst="rect">
            <a:avLst/>
          </a:prstGeom>
          <a:noFill/>
          <a:ln>
            <a:noFill/>
          </a:ln>
        </p:spPr>
        <p:txBody>
          <a:bodyPr spcFirstLastPara="1" wrap="square" lIns="0" tIns="15225" rIns="0" bIns="0" anchor="t" anchorCtr="0">
            <a:spAutoFit/>
          </a:bodyPr>
          <a:lstStyle/>
          <a:p>
            <a:pPr marL="0" lvl="0" indent="0" algn="just" rtl="0">
              <a:spcBef>
                <a:spcPts val="0"/>
              </a:spcBef>
              <a:spcAft>
                <a:spcPts val="0"/>
              </a:spcAft>
              <a:buNone/>
            </a:pPr>
            <a:endParaRPr dirty="0">
              <a:solidFill>
                <a:schemeClr val="dk1"/>
              </a:solidFill>
            </a:endParaRPr>
          </a:p>
          <a:p>
            <a:pPr marL="12700" lvl="0" indent="-12700" algn="l" rtl="0">
              <a:lnSpc>
                <a:spcPct val="115000"/>
              </a:lnSpc>
              <a:spcBef>
                <a:spcPts val="0"/>
              </a:spcBef>
              <a:spcAft>
                <a:spcPts val="0"/>
              </a:spcAft>
              <a:buClr>
                <a:schemeClr val="dk1"/>
              </a:buClr>
              <a:buSzPts val="1100"/>
              <a:buFont typeface="Arial" panose="020B0604020202020204"/>
              <a:buNone/>
            </a:pPr>
            <a:r>
              <a:rPr lang="en-US" sz="36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endParaRPr lang="en-US" sz="36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12700" lvl="0" indent="-12700" algn="just" rtl="0">
              <a:lnSpc>
                <a:spcPct val="115000"/>
              </a:lnSpc>
              <a:spcBef>
                <a:spcPts val="0"/>
              </a:spcBef>
              <a:spcAft>
                <a:spcPts val="0"/>
              </a:spcAft>
              <a:buClr>
                <a:schemeClr val="dk1"/>
              </a:buClr>
              <a:buSzPts val="1100"/>
              <a:buFont typeface="Arial" panose="020B0604020202020204"/>
              <a:buNone/>
            </a:pPr>
            <a:r>
              <a:rPr lang="en-IN" altLang="en-US" sz="40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endParaRPr sz="40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15"/>
              </a:spcBef>
              <a:spcAft>
                <a:spcPts val="0"/>
              </a:spcAft>
              <a:buNone/>
            </a:pPr>
            <a:endParaRPr sz="4000" dirty="0">
              <a:solidFill>
                <a:srgbClr val="28282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Rectangle 1"/>
          <p:cNvSpPr>
            <a:spLocks noChangeArrowheads="1"/>
          </p:cNvSpPr>
          <p:nvPr/>
        </p:nvSpPr>
        <p:spPr bwMode="auto">
          <a:xfrm>
            <a:off x="920181" y="2468736"/>
            <a:ext cx="17542539" cy="3969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conclusion, the GAS LEAKAGE ALERT SYSTEM project offers an innovative and reliable solution for real-time monitoring of hazardous gases, enhancing safety in industrial, commercial, and residential environments. By utilizing Arduino-based technology, advanced gas sensors, and cloud integration, GAS LEAKAGE ALERT SYSTEM provides accurate detection, timely alerts, and seamless integration with existing safety systems. This project ensures that potential gas hazards are quickly identified and addressed, reducing risks, improving safety compliance, and offering scalable protection across diverse environments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0" y="4569564"/>
            <a:ext cx="9158858" cy="1398270"/>
          </a:xfrm>
        </p:spPr>
        <p:txBody>
          <a:bodyPr/>
          <a:lstStyle/>
          <a:p>
            <a:r>
              <a:rPr lang="en-US" altLang="en-IN" b="0" i="0" dirty="0">
                <a:latin typeface="Times New Roman" panose="02020603050405020304" pitchFamily="18" charset="0"/>
                <a:cs typeface="Times New Roman" panose="02020603050405020304" pitchFamily="18" charset="0"/>
              </a:rPr>
              <a:t>     </a:t>
            </a:r>
            <a:r>
              <a:rPr lang="en-IN" b="0" i="0" dirty="0">
                <a:latin typeface="Times New Roman" panose="02020603050405020304" pitchFamily="18" charset="0"/>
                <a:cs typeface="Times New Roman" panose="02020603050405020304" pitchFamily="18" charset="0"/>
              </a:rPr>
              <a:t>THANK YOU</a:t>
            </a:r>
            <a:endParaRPr lang="en-IN" b="0" i="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0</TotalTime>
  <Words>7493</Words>
  <Application>WPS Presentation</Application>
  <PresentationFormat>Custom</PresentationFormat>
  <Paragraphs>150</Paragraphs>
  <Slides>13</Slides>
  <Notes>12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SimSun</vt:lpstr>
      <vt:lpstr>Wingdings</vt:lpstr>
      <vt:lpstr>Arial</vt:lpstr>
      <vt:lpstr>Calibri</vt:lpstr>
      <vt:lpstr>Times New Roman</vt:lpstr>
      <vt:lpstr>Times New Roman</vt:lpstr>
      <vt:lpstr>Microsoft YaHei</vt:lpstr>
      <vt:lpstr>Arial Unicode MS</vt:lpstr>
      <vt:lpstr>Gill Sans MT</vt:lpstr>
      <vt:lpstr>Gallery</vt:lpstr>
      <vt:lpstr>REAL TIME PROJECT</vt:lpstr>
      <vt:lpstr>PowerPoint 演示文稿</vt:lpstr>
      <vt:lpstr>Content</vt:lpstr>
      <vt:lpstr>1.ABSTRACT</vt:lpstr>
      <vt:lpstr>2.Introduction</vt:lpstr>
      <vt:lpstr>3. Problem statement</vt:lpstr>
      <vt:lpstr>4. Objective</vt:lpstr>
      <vt:lpstr>5. Review of existing system</vt:lpstr>
      <vt:lpstr>6. Proposed solution</vt:lpstr>
      <vt:lpstr>ARCHITECTURE  </vt:lpstr>
      <vt:lpstr>8. Technologies and Tools/ Components Required</vt:lpstr>
      <vt:lpstr>9. 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K KALAIVANI</dc:creator>
  <cp:lastModifiedBy>Sathvika 08</cp:lastModifiedBy>
  <cp:revision>11</cp:revision>
  <dcterms:created xsi:type="dcterms:W3CDTF">2024-03-18T06:19:00Z</dcterms:created>
  <dcterms:modified xsi:type="dcterms:W3CDTF">2025-03-13T02:32:43Z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2024-03-17T16:30:00Z</vt:filetime>
  </property>
  <property fmtid="{D5CDD505-2E9C-101B-9397-08002B2CF9AE}" pid="3" name="Creator">
    <vt:lpwstr>Microsoft® PowerPoint® 2016</vt:lpwstr>
  </property>
  <property fmtid="{D5CDD505-2E9C-101B-9397-08002B2CF9AE}" pid="4" name="LastSaved">
    <vt:filetime>2024-03-18T16:30:00Z</vt:filetime>
  </property>
  <property fmtid="{D5CDD505-2E9C-101B-9397-08002B2CF9AE}" pid="5" name="ICV">
    <vt:lpwstr>F431ECD4270746878F0D4104BE76B126_13</vt:lpwstr>
  </property>
  <property fmtid="{D5CDD505-2E9C-101B-9397-08002B2CF9AE}" pid="6" name="KSOProductBuildVer">
    <vt:lpwstr>1033-12.2.0.19805</vt:lpwstr>
  </property>
</Properties>
</file>